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  <p:sldMasterId id="2147483655" r:id="rId3"/>
    <p:sldMasterId id="2147483658" r:id="rId4"/>
  </p:sldMasterIdLst>
  <p:notesMasterIdLst>
    <p:notesMasterId r:id="rId16"/>
  </p:notesMasterIdLst>
  <p:sldIdLst>
    <p:sldId id="256" r:id="rId5"/>
    <p:sldId id="257" r:id="rId6"/>
    <p:sldId id="258" r:id="rId7"/>
    <p:sldId id="265" r:id="rId8"/>
    <p:sldId id="260" r:id="rId9"/>
    <p:sldId id="261" r:id="rId10"/>
    <p:sldId id="280" r:id="rId11"/>
    <p:sldId id="262" r:id="rId12"/>
    <p:sldId id="264" r:id="rId13"/>
    <p:sldId id="281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38AB0-3E99-4381-BCAE-572D4A4D65C9}" v="11" dt="2026-09-02T18:35:37.839"/>
    <p1510:client id="{93A0C650-C39B-48C7-BF67-95EA5347B8DF}" v="22" dt="2026-09-02T20:40:46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GANGURDE" userId="edc51799-bbc8-4192-b0fe-274ca002c9c9" providerId="ADAL" clId="{EA787E7E-A85D-4F6E-9E71-4857E10E65D2}"/>
    <pc:docChg chg="undo redo custSel addSld delSld modSld sldOrd addMainMaster delMainMaster modMainMaster">
      <pc:chgData name="SWATI GANGURDE" userId="edc51799-bbc8-4192-b0fe-274ca002c9c9" providerId="ADAL" clId="{EA787E7E-A85D-4F6E-9E71-4857E10E65D2}" dt="2026-09-02T20:45:22.722" v="1297" actId="108"/>
      <pc:docMkLst>
        <pc:docMk/>
      </pc:docMkLst>
      <pc:sldChg chg="addSp delSp modSp mod setBg modClrScheme chgLayout">
        <pc:chgData name="SWATI GANGURDE" userId="edc51799-bbc8-4192-b0fe-274ca002c9c9" providerId="ADAL" clId="{EA787E7E-A85D-4F6E-9E71-4857E10E65D2}" dt="2026-09-02T19:49:58.818" v="746" actId="1035"/>
        <pc:sldMkLst>
          <pc:docMk/>
          <pc:sldMk cId="0" sldId="256"/>
        </pc:sldMkLst>
        <pc:spChg chg="mod">
          <ac:chgData name="SWATI GANGURDE" userId="edc51799-bbc8-4192-b0fe-274ca002c9c9" providerId="ADAL" clId="{EA787E7E-A85D-4F6E-9E71-4857E10E65D2}" dt="2026-09-02T18:32:27.209" v="11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0.323" v="72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37.444" v="7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SWATI GANGURDE" userId="edc51799-bbc8-4192-b0fe-274ca002c9c9" providerId="ADAL" clId="{EA787E7E-A85D-4F6E-9E71-4857E10E65D2}" dt="2026-09-02T18:28:13.734" v="81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03:26:49.358" v="3" actId="478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8:28:09.156" v="80" actId="1076"/>
          <ac:spMkLst>
            <pc:docMk/>
            <pc:sldMk cId="0" sldId="256"/>
            <ac:spMk id="7" creationId="{E64912A2-72E2-DBD8-CA3A-C65535904BAF}"/>
          </ac:spMkLst>
        </pc:spChg>
        <pc:spChg chg="add">
          <ac:chgData name="SWATI GANGURDE" userId="edc51799-bbc8-4192-b0fe-274ca002c9c9" providerId="ADAL" clId="{EA787E7E-A85D-4F6E-9E71-4857E10E65D2}" dt="2026-09-02T03:26:33.653" v="0" actId="22"/>
          <ac:spMkLst>
            <pc:docMk/>
            <pc:sldMk cId="0" sldId="256"/>
            <ac:spMk id="9" creationId="{43762752-C0F6-6CB7-2120-00130477C36E}"/>
          </ac:spMkLst>
        </pc:spChg>
        <pc:spChg chg="add mod">
          <ac:chgData name="SWATI GANGURDE" userId="edc51799-bbc8-4192-b0fe-274ca002c9c9" providerId="ADAL" clId="{EA787E7E-A85D-4F6E-9E71-4857E10E65D2}" dt="2026-09-02T18:28:16.708" v="82" actId="1076"/>
          <ac:spMkLst>
            <pc:docMk/>
            <pc:sldMk cId="0" sldId="256"/>
            <ac:spMk id="10" creationId="{8A1BC541-87ED-478C-085E-B694DBD8A8E2}"/>
          </ac:spMkLst>
        </pc:spChg>
        <pc:spChg chg="del">
          <ac:chgData name="SWATI GANGURDE" userId="edc51799-bbc8-4192-b0fe-274ca002c9c9" providerId="ADAL" clId="{EA787E7E-A85D-4F6E-9E71-4857E10E65D2}" dt="2026-09-02T18:31:00.643" v="86" actId="26606"/>
          <ac:spMkLst>
            <pc:docMk/>
            <pc:sldMk cId="0" sldId="256"/>
            <ac:spMk id="11" creationId="{90DBE1CD-A744-78A6-0FED-DD13DA3E28F8}"/>
          </ac:spMkLst>
        </pc:spChg>
        <pc:spChg chg="mod">
          <ac:chgData name="SWATI GANGURDE" userId="edc51799-bbc8-4192-b0fe-274ca002c9c9" providerId="ADAL" clId="{EA787E7E-A85D-4F6E-9E71-4857E10E65D2}" dt="2026-09-02T03:28:32.522" v="29" actId="1076"/>
          <ac:spMkLst>
            <pc:docMk/>
            <pc:sldMk cId="0" sldId="256"/>
            <ac:spMk id="13" creationId="{1B4455C7-78AF-D7A0-F4EF-CCAC9C38489F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56"/>
            <ac:spMk id="15" creationId="{C2598ECA-3453-D88D-E546-27458EEA21F3}"/>
          </ac:spMkLst>
        </pc:spChg>
        <pc:spChg chg="add del mod">
          <ac:chgData name="SWATI GANGURDE" userId="edc51799-bbc8-4192-b0fe-274ca002c9c9" providerId="ADAL" clId="{EA787E7E-A85D-4F6E-9E71-4857E10E65D2}" dt="2026-09-02T18:31:00.643" v="86" actId="26606"/>
          <ac:spMkLst>
            <pc:docMk/>
            <pc:sldMk cId="0" sldId="256"/>
            <ac:spMk id="17" creationId="{209A8051-B0EF-87B3-F691-E3CE7E5A6CEA}"/>
          </ac:spMkLst>
        </pc:spChg>
        <pc:spChg chg="del mod">
          <ac:chgData name="SWATI GANGURDE" userId="edc51799-bbc8-4192-b0fe-274ca002c9c9" providerId="ADAL" clId="{EA787E7E-A85D-4F6E-9E71-4857E10E65D2}" dt="2026-09-02T18:31:00.643" v="86" actId="26606"/>
          <ac:spMkLst>
            <pc:docMk/>
            <pc:sldMk cId="0" sldId="256"/>
            <ac:spMk id="19" creationId="{D1E3A188-41E3-E6A0-C5B3-6F5822D1C99A}"/>
          </ac:spMkLst>
        </pc:spChg>
        <pc:spChg chg="add 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56"/>
            <ac:spMk id="21" creationId="{549E41ED-BF14-7794-1F95-297CEA00ED92}"/>
          </ac:spMkLst>
        </pc:spChg>
        <pc:spChg chg="add mod">
          <ac:chgData name="SWATI GANGURDE" userId="edc51799-bbc8-4192-b0fe-274ca002c9c9" providerId="ADAL" clId="{EA787E7E-A85D-4F6E-9E71-4857E10E65D2}" dt="2026-09-02T03:31:52.281" v="30" actId="26606"/>
          <ac:spMkLst>
            <pc:docMk/>
            <pc:sldMk cId="0" sldId="256"/>
            <ac:spMk id="25" creationId="{31FD0C64-4F5F-892A-B87B-18E7EEB340B1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56"/>
            <ac:spMk id="27" creationId="{1E564615-2170-84B2-C2E4-52A0ECE9E414}"/>
          </ac:spMkLst>
        </pc:spChg>
        <pc:spChg chg="add mod">
          <ac:chgData name="SWATI GANGURDE" userId="edc51799-bbc8-4192-b0fe-274ca002c9c9" providerId="ADAL" clId="{EA787E7E-A85D-4F6E-9E71-4857E10E65D2}" dt="2026-09-02T03:31:52.281" v="30" actId="26606"/>
          <ac:spMkLst>
            <pc:docMk/>
            <pc:sldMk cId="0" sldId="256"/>
            <ac:spMk id="29" creationId="{5F9C1874-B22A-0BF5-A2CD-AEBCABBFD50E}"/>
          </ac:spMkLst>
        </pc:spChg>
        <pc:spChg chg="add mod">
          <ac:chgData name="SWATI GANGURDE" userId="edc51799-bbc8-4192-b0fe-274ca002c9c9" providerId="ADAL" clId="{EA787E7E-A85D-4F6E-9E71-4857E10E65D2}" dt="2026-09-02T03:31:52.281" v="30" actId="26606"/>
          <ac:spMkLst>
            <pc:docMk/>
            <pc:sldMk cId="0" sldId="256"/>
            <ac:spMk id="31" creationId="{612A7388-6089-E488-EFC9-71E5A89B2BAE}"/>
          </ac:spMkLst>
        </pc:spChg>
        <pc:spChg chg="del mod">
          <ac:chgData name="SWATI GANGURDE" userId="edc51799-bbc8-4192-b0fe-274ca002c9c9" providerId="ADAL" clId="{EA787E7E-A85D-4F6E-9E71-4857E10E65D2}" dt="2026-09-02T18:31:00.643" v="86" actId="26606"/>
          <ac:spMkLst>
            <pc:docMk/>
            <pc:sldMk cId="0" sldId="256"/>
            <ac:spMk id="33" creationId="{65F28A37-CC40-7495-A828-48084C07661A}"/>
          </ac:spMkLst>
        </pc:spChg>
        <pc:spChg chg="add mod">
          <ac:chgData name="SWATI GANGURDE" userId="edc51799-bbc8-4192-b0fe-274ca002c9c9" providerId="ADAL" clId="{EA787E7E-A85D-4F6E-9E71-4857E10E65D2}" dt="2026-09-02T03:31:52.281" v="30" actId="26606"/>
          <ac:spMkLst>
            <pc:docMk/>
            <pc:sldMk cId="0" sldId="256"/>
            <ac:spMk id="35" creationId="{BE39EC67-594A-3ADE-CFE9-830BCE98B2CF}"/>
          </ac:spMkLst>
        </pc:spChg>
        <pc:spChg chg="add mod">
          <ac:chgData name="SWATI GANGURDE" userId="edc51799-bbc8-4192-b0fe-274ca002c9c9" providerId="ADAL" clId="{EA787E7E-A85D-4F6E-9E71-4857E10E65D2}" dt="2026-09-02T03:31:52.281" v="30" actId="26606"/>
          <ac:spMkLst>
            <pc:docMk/>
            <pc:sldMk cId="0" sldId="256"/>
            <ac:spMk id="37" creationId="{F6F48B5A-EF1E-C1C9-9328-AB7970E7FB72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56"/>
            <ac:spMk id="39" creationId="{4E8D0CD7-2006-B10B-74DE-C15E367C7E77}"/>
          </ac:spMkLst>
        </pc:spChg>
        <pc:spChg chg="add 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56"/>
            <ac:spMk id="43" creationId="{3489A802-6FAC-BDCD-4BD4-25DB261D1832}"/>
          </ac:spMkLst>
        </pc:spChg>
        <pc:spChg chg="add mod">
          <ac:chgData name="SWATI GANGURDE" userId="edc51799-bbc8-4192-b0fe-274ca002c9c9" providerId="ADAL" clId="{EA787E7E-A85D-4F6E-9E71-4857E10E65D2}" dt="2026-09-02T19:48:36.602" v="590" actId="5793"/>
          <ac:spMkLst>
            <pc:docMk/>
            <pc:sldMk cId="0" sldId="256"/>
            <ac:spMk id="45" creationId="{9A18CD65-FA84-5676-FD0D-6E5A782ACDBE}"/>
          </ac:spMkLst>
        </pc:spChg>
        <pc:spChg chg="add mod">
          <ac:chgData name="SWATI GANGURDE" userId="edc51799-bbc8-4192-b0fe-274ca002c9c9" providerId="ADAL" clId="{EA787E7E-A85D-4F6E-9E71-4857E10E65D2}" dt="2026-09-02T19:49:30.275" v="723" actId="1037"/>
          <ac:spMkLst>
            <pc:docMk/>
            <pc:sldMk cId="0" sldId="256"/>
            <ac:spMk id="20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30.275" v="723" actId="1037"/>
          <ac:spMkLst>
            <pc:docMk/>
            <pc:sldMk cId="0" sldId="256"/>
            <ac:spMk id="20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30.275" v="723" actId="1037"/>
          <ac:spMkLst>
            <pc:docMk/>
            <pc:sldMk cId="0" sldId="256"/>
            <ac:spMk id="20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58.818" v="746" actId="1035"/>
          <ac:spMkLst>
            <pc:docMk/>
            <pc:sldMk cId="0" sldId="256"/>
            <ac:spMk id="20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54.314" v="741" actId="1035"/>
          <ac:spMkLst>
            <pc:docMk/>
            <pc:sldMk cId="0" sldId="256"/>
            <ac:spMk id="208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8:31:00.643" v="86" actId="26606"/>
          <ac:spMkLst>
            <pc:docMk/>
            <pc:sldMk cId="0" sldId="256"/>
            <ac:spMk id="209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8:31:00.643" v="86" actId="26606"/>
          <ac:spMkLst>
            <pc:docMk/>
            <pc:sldMk cId="0" sldId="256"/>
            <ac:spMk id="210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49:30.275" v="723" actId="1037"/>
          <ac:spMkLst>
            <pc:docMk/>
            <pc:sldMk cId="0" sldId="256"/>
            <ac:spMk id="21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34.499" v="724" actId="1076"/>
          <ac:spMkLst>
            <pc:docMk/>
            <pc:sldMk cId="0" sldId="256"/>
            <ac:spMk id="212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1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1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1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1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1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1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1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46.492" v="736" actId="1038"/>
          <ac:spMkLst>
            <pc:docMk/>
            <pc:sldMk cId="0" sldId="256"/>
            <ac:spMk id="220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49:30.275" v="723" actId="1037"/>
          <ac:spMkLst>
            <pc:docMk/>
            <pc:sldMk cId="0" sldId="256"/>
            <ac:spMk id="22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8:51.031" v="641" actId="1038"/>
          <ac:spMkLst>
            <pc:docMk/>
            <pc:sldMk cId="0" sldId="256"/>
            <ac:spMk id="22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9:30.275" v="723" actId="1037"/>
          <ac:spMkLst>
            <pc:docMk/>
            <pc:sldMk cId="0" sldId="256"/>
            <ac:spMk id="224" creationId="{00000000-0000-0000-0000-000000000000}"/>
          </ac:spMkLst>
        </pc:spChg>
        <pc:picChg chg="del">
          <ac:chgData name="SWATI GANGURDE" userId="edc51799-bbc8-4192-b0fe-274ca002c9c9" providerId="ADAL" clId="{EA787E7E-A85D-4F6E-9E71-4857E10E65D2}" dt="2026-09-02T03:26:38.073" v="1" actId="478"/>
          <ac:picMkLst>
            <pc:docMk/>
            <pc:sldMk cId="0" sldId="256"/>
            <ac:picMk id="7" creationId="{00000000-0000-0000-0000-000000000000}"/>
          </ac:picMkLst>
        </pc:picChg>
      </pc:sldChg>
      <pc:sldChg chg="addSp delSp modSp mod ord setBg modClrScheme chgLayout">
        <pc:chgData name="SWATI GANGURDE" userId="edc51799-bbc8-4192-b0fe-274ca002c9c9" providerId="ADAL" clId="{EA787E7E-A85D-4F6E-9E71-4857E10E65D2}" dt="2026-09-02T20:14:31.439" v="936"/>
        <pc:sldMkLst>
          <pc:docMk/>
          <pc:sldMk cId="0" sldId="257"/>
        </pc:sldMkLst>
        <pc:spChg chg="del">
          <ac:chgData name="SWATI GANGURDE" userId="edc51799-bbc8-4192-b0fe-274ca002c9c9" providerId="ADAL" clId="{EA787E7E-A85D-4F6E-9E71-4857E10E65D2}" dt="2026-09-02T18:59:11.166" v="269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1:25.722" v="913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46.860" v="929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8:59:29.423" v="283" actId="10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55.542" v="934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38.402" v="928" actId="1035"/>
          <ac:spMkLst>
            <pc:docMk/>
            <pc:sldMk cId="0" sldId="257"/>
            <ac:spMk id="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46.860" v="929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8:59:29.423" v="283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55.542" v="934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38.402" v="928" actId="103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46.860" v="929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4:31.439" v="9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2:38.402" v="928" actId="1035"/>
          <ac:spMkLst>
            <pc:docMk/>
            <pc:sldMk cId="0" sldId="257"/>
            <ac:spMk id="16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8:38:21.496" v="227" actId="20577"/>
          <ac:spMkLst>
            <pc:docMk/>
            <pc:sldMk cId="0" sldId="257"/>
            <ac:spMk id="18" creationId="{1BEAB343-82F4-3573-236F-EABDEFB485A7}"/>
          </ac:spMkLst>
        </pc:spChg>
        <pc:spChg chg="add mod">
          <ac:chgData name="SWATI GANGURDE" userId="edc51799-bbc8-4192-b0fe-274ca002c9c9" providerId="ADAL" clId="{EA787E7E-A85D-4F6E-9E71-4857E10E65D2}" dt="2026-09-02T19:03:04.241" v="293" actId="207"/>
          <ac:spMkLst>
            <pc:docMk/>
            <pc:sldMk cId="0" sldId="257"/>
            <ac:spMk id="19" creationId="{9BE53429-6A5E-C5A5-00CA-B59E8EE78E40}"/>
          </ac:spMkLst>
        </pc:spChg>
        <pc:spChg chg="add mod">
          <ac:chgData name="SWATI GANGURDE" userId="edc51799-bbc8-4192-b0fe-274ca002c9c9" providerId="ADAL" clId="{EA787E7E-A85D-4F6E-9E71-4857E10E65D2}" dt="2026-09-02T19:02:01.335" v="289" actId="26606"/>
          <ac:spMkLst>
            <pc:docMk/>
            <pc:sldMk cId="0" sldId="257"/>
            <ac:spMk id="21" creationId="{C6D8EC69-AD50-FD4B-1362-FC78CE5D3566}"/>
          </ac:spMkLst>
        </pc:spChg>
        <pc:spChg chg="add mod">
          <ac:chgData name="SWATI GANGURDE" userId="edc51799-bbc8-4192-b0fe-274ca002c9c9" providerId="ADAL" clId="{EA787E7E-A85D-4F6E-9E71-4857E10E65D2}" dt="2026-09-02T19:02:01.335" v="289" actId="26606"/>
          <ac:spMkLst>
            <pc:docMk/>
            <pc:sldMk cId="0" sldId="257"/>
            <ac:spMk id="23" creationId="{CE40B9D7-703F-5A8E-2D35-2A3D1D5C90AD}"/>
          </ac:spMkLst>
        </pc:spChg>
        <pc:spChg chg="add mod">
          <ac:chgData name="SWATI GANGURDE" userId="edc51799-bbc8-4192-b0fe-274ca002c9c9" providerId="ADAL" clId="{EA787E7E-A85D-4F6E-9E71-4857E10E65D2}" dt="2026-09-02T19:02:01.335" v="289" actId="26606"/>
          <ac:spMkLst>
            <pc:docMk/>
            <pc:sldMk cId="0" sldId="257"/>
            <ac:spMk id="25" creationId="{74DC1D20-6DB2-97D2-E142-782D8907B494}"/>
          </ac:spMkLst>
        </pc:spChg>
        <pc:spChg chg="add mod">
          <ac:chgData name="SWATI GANGURDE" userId="edc51799-bbc8-4192-b0fe-274ca002c9c9" providerId="ADAL" clId="{EA787E7E-A85D-4F6E-9E71-4857E10E65D2}" dt="2026-09-02T19:02:01.335" v="289" actId="26606"/>
          <ac:spMkLst>
            <pc:docMk/>
            <pc:sldMk cId="0" sldId="257"/>
            <ac:spMk id="27" creationId="{E969226F-6D3C-610D-A766-3FDACD903492}"/>
          </ac:spMkLst>
        </pc:spChg>
        <pc:spChg chg="add mod">
          <ac:chgData name="SWATI GANGURDE" userId="edc51799-bbc8-4192-b0fe-274ca002c9c9" providerId="ADAL" clId="{EA787E7E-A85D-4F6E-9E71-4857E10E65D2}" dt="2026-09-02T19:02:01.335" v="289" actId="26606"/>
          <ac:spMkLst>
            <pc:docMk/>
            <pc:sldMk cId="0" sldId="257"/>
            <ac:spMk id="29" creationId="{FF66568B-F321-D562-2ADC-1A97B509B5E5}"/>
          </ac:spMkLst>
        </pc:spChg>
        <pc:spChg chg="add mod">
          <ac:chgData name="SWATI GANGURDE" userId="edc51799-bbc8-4192-b0fe-274ca002c9c9" providerId="ADAL" clId="{EA787E7E-A85D-4F6E-9E71-4857E10E65D2}" dt="2026-09-02T19:02:01.335" v="289" actId="26606"/>
          <ac:spMkLst>
            <pc:docMk/>
            <pc:sldMk cId="0" sldId="257"/>
            <ac:spMk id="31" creationId="{3D17EC83-303A-9FA5-46CE-0E0AE5141B5D}"/>
          </ac:spMkLst>
        </pc:spChg>
        <pc:picChg chg="mod">
          <ac:chgData name="SWATI GANGURDE" userId="edc51799-bbc8-4192-b0fe-274ca002c9c9" providerId="ADAL" clId="{EA787E7E-A85D-4F6E-9E71-4857E10E65D2}" dt="2026-09-02T18:59:32.564" v="284" actId="1076"/>
          <ac:picMkLst>
            <pc:docMk/>
            <pc:sldMk cId="0" sldId="257"/>
            <ac:picMk id="3" creationId="{00000000-0000-0000-0000-000000000000}"/>
          </ac:picMkLst>
        </pc:picChg>
      </pc:sldChg>
      <pc:sldChg chg="addSp delSp modSp mod ord setBg modClrScheme chgLayout">
        <pc:chgData name="SWATI GANGURDE" userId="edc51799-bbc8-4192-b0fe-274ca002c9c9" providerId="ADAL" clId="{EA787E7E-A85D-4F6E-9E71-4857E10E65D2}" dt="2026-09-02T20:15:32.148" v="940" actId="20577"/>
        <pc:sldMkLst>
          <pc:docMk/>
          <pc:sldMk cId="0" sldId="258"/>
        </pc:sldMkLst>
        <pc:spChg chg="del mod">
          <ac:chgData name="SWATI GANGURDE" userId="edc51799-bbc8-4192-b0fe-274ca002c9c9" providerId="ADAL" clId="{EA787E7E-A85D-4F6E-9E71-4857E10E65D2}" dt="2026-09-02T19:06:00.893" v="295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6:07.935" v="310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6:07.935" v="310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6:07.935" v="310" actId="1035"/>
          <ac:spMkLst>
            <pc:docMk/>
            <pc:sldMk cId="0" sldId="258"/>
            <ac:spMk id="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5:32.148" v="940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6:07.935" v="310" actId="103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6:07.935" v="310" actId="1035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08:09.124" v="326" actId="20577"/>
          <ac:spMkLst>
            <pc:docMk/>
            <pc:sldMk cId="0" sldId="258"/>
            <ac:spMk id="13" creationId="{AF235E9F-A10C-2541-C56B-2AC3E567BDC4}"/>
          </ac:spMkLst>
        </pc:spChg>
        <pc:spChg chg="add">
          <ac:chgData name="SWATI GANGURDE" userId="edc51799-bbc8-4192-b0fe-274ca002c9c9" providerId="ADAL" clId="{EA787E7E-A85D-4F6E-9E71-4857E10E65D2}" dt="2026-09-02T19:05:50.479" v="294" actId="26606"/>
          <ac:spMkLst>
            <pc:docMk/>
            <pc:sldMk cId="0" sldId="258"/>
            <ac:spMk id="200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05:50.479" v="294" actId="26606"/>
          <ac:spMkLst>
            <pc:docMk/>
            <pc:sldMk cId="0" sldId="258"/>
            <ac:spMk id="201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05:50.479" v="294" actId="26606"/>
          <ac:spMkLst>
            <pc:docMk/>
            <pc:sldMk cId="0" sldId="258"/>
            <ac:spMk id="202" creationId="{00000000-0000-0000-0000-000000000000}"/>
          </ac:spMkLst>
        </pc:spChg>
        <pc:picChg chg="mod">
          <ac:chgData name="SWATI GANGURDE" userId="edc51799-bbc8-4192-b0fe-274ca002c9c9" providerId="ADAL" clId="{EA787E7E-A85D-4F6E-9E71-4857E10E65D2}" dt="2026-09-02T03:31:52.281" v="30" actId="26606"/>
          <ac:picMkLst>
            <pc:docMk/>
            <pc:sldMk cId="0" sldId="258"/>
            <ac:picMk id="4" creationId="{00000000-0000-0000-0000-000000000000}"/>
          </ac:picMkLst>
        </pc:picChg>
      </pc:sldChg>
      <pc:sldChg chg="addSp delSp modSp del mod setBg modClrScheme chgLayout">
        <pc:chgData name="SWATI GANGURDE" userId="edc51799-bbc8-4192-b0fe-274ca002c9c9" providerId="ADAL" clId="{EA787E7E-A85D-4F6E-9E71-4857E10E65D2}" dt="2026-09-02T20:06:17.476" v="884" actId="47"/>
        <pc:sldMkLst>
          <pc:docMk/>
          <pc:sldMk cId="0" sldId="259"/>
        </pc:sldMkLst>
        <pc:spChg chg="mod">
          <ac:chgData name="SWATI GANGURDE" userId="edc51799-bbc8-4192-b0fe-274ca002c9c9" providerId="ADAL" clId="{EA787E7E-A85D-4F6E-9E71-4857E10E65D2}" dt="2026-09-02T19:15:55.894" v="388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15:55.894" v="388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15:55.894" v="388" actId="26606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15:55.894" v="388" actId="2660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15:55.894" v="388" actId="26606"/>
          <ac:spMkLst>
            <pc:docMk/>
            <pc:sldMk cId="0" sldId="259"/>
            <ac:spMk id="12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08:18.490" v="338" actId="20577"/>
          <ac:spMkLst>
            <pc:docMk/>
            <pc:sldMk cId="0" sldId="259"/>
            <ac:spMk id="14" creationId="{C9793C81-5AB3-2436-1933-17E39B092FA9}"/>
          </ac:spMkLst>
        </pc:spChg>
        <pc:spChg chg="add del">
          <ac:chgData name="SWATI GANGURDE" userId="edc51799-bbc8-4192-b0fe-274ca002c9c9" providerId="ADAL" clId="{EA787E7E-A85D-4F6E-9E71-4857E10E65D2}" dt="2026-09-02T19:15:55.894" v="388" actId="26606"/>
          <ac:spMkLst>
            <pc:docMk/>
            <pc:sldMk cId="0" sldId="259"/>
            <ac:spMk id="300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0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05:17.470" v="883" actId="20577"/>
          <ac:spMkLst>
            <pc:docMk/>
            <pc:sldMk cId="0" sldId="259"/>
            <ac:spMk id="302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04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08" creationId="{00000000-0000-0000-0000-000000000000}"/>
          </ac:spMkLst>
        </pc:spChg>
        <pc:spChg chg="add del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10" creationId="{00000000-0000-0000-0000-000000000000}"/>
          </ac:spMkLst>
        </pc:spChg>
        <pc:spChg chg="add del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11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14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15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20:02:36.107" v="877" actId="26606"/>
          <ac:spMkLst>
            <pc:docMk/>
            <pc:sldMk cId="0" sldId="259"/>
            <ac:spMk id="317" creationId="{00000000-0000-0000-0000-000000000000}"/>
          </ac:spMkLst>
        </pc:spChg>
      </pc:sldChg>
      <pc:sldChg chg="addSp delSp modSp add del mod ord setBg modClrScheme chgLayout">
        <pc:chgData name="SWATI GANGURDE" userId="edc51799-bbc8-4192-b0fe-274ca002c9c9" providerId="ADAL" clId="{EA787E7E-A85D-4F6E-9E71-4857E10E65D2}" dt="2026-09-02T20:42:46.627" v="1270" actId="1038"/>
        <pc:sldMkLst>
          <pc:docMk/>
          <pc:sldMk cId="0" sldId="260"/>
        </pc:sldMkLst>
        <pc:spChg chg="mod">
          <ac:chgData name="SWATI GANGURDE" userId="edc51799-bbc8-4192-b0fe-274ca002c9c9" providerId="ADAL" clId="{EA787E7E-A85D-4F6E-9E71-4857E10E65D2}" dt="2026-09-02T18:32:48.811" v="128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20:40:44.346" v="1153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7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20:39:51.914" v="1136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0:06.334" v="1140" actId="1076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SWATI GANGURDE" userId="edc51799-bbc8-4192-b0fe-274ca002c9c9" providerId="ADAL" clId="{EA787E7E-A85D-4F6E-9E71-4857E10E65D2}" dt="2026-09-02T20:41:10.096" v="1176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20:40:21.834" v="1145" actId="478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2:38.029" v="1242" actId="1076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20:06:57.018" v="907" actId="1038"/>
          <ac:spMkLst>
            <pc:docMk/>
            <pc:sldMk cId="0" sldId="260"/>
            <ac:spMk id="16" creationId="{B58794AE-23BD-4BB5-3B3E-F0D89D51659C}"/>
          </ac:spMkLst>
        </pc:spChg>
        <pc:spChg chg="add 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70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71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72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73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20:42:46.627" v="1270" actId="1038"/>
          <ac:spMkLst>
            <pc:docMk/>
            <pc:sldMk cId="0" sldId="260"/>
            <ac:spMk id="74" creationId="{00000000-0000-0000-0000-000000000000}"/>
          </ac:spMkLst>
        </pc:spChg>
        <pc:cxnChg chg="add mod">
          <ac:chgData name="SWATI GANGURDE" userId="edc51799-bbc8-4192-b0fe-274ca002c9c9" providerId="ADAL" clId="{EA787E7E-A85D-4F6E-9E71-4857E10E65D2}" dt="2026-09-02T20:40:12.821" v="1142" actId="208"/>
          <ac:cxnSpMkLst>
            <pc:docMk/>
            <pc:sldMk cId="0" sldId="260"/>
            <ac:cxnSpMk id="17" creationId="{33468CCA-9DB1-597B-E4DF-AF6AB0EA55AC}"/>
          </ac:cxnSpMkLst>
        </pc:cxnChg>
        <pc:cxnChg chg="add mod">
          <ac:chgData name="SWATI GANGURDE" userId="edc51799-bbc8-4192-b0fe-274ca002c9c9" providerId="ADAL" clId="{EA787E7E-A85D-4F6E-9E71-4857E10E65D2}" dt="2026-09-02T20:40:38.382" v="1151" actId="1076"/>
          <ac:cxnSpMkLst>
            <pc:docMk/>
            <pc:sldMk cId="0" sldId="260"/>
            <ac:cxnSpMk id="20" creationId="{21385614-DA6A-C36D-B7DE-7C614A6CD4CE}"/>
          </ac:cxnSpMkLst>
        </pc:cxnChg>
        <pc:cxnChg chg="add mod">
          <ac:chgData name="SWATI GANGURDE" userId="edc51799-bbc8-4192-b0fe-274ca002c9c9" providerId="ADAL" clId="{EA787E7E-A85D-4F6E-9E71-4857E10E65D2}" dt="2026-09-02T20:41:03.620" v="1173" actId="14100"/>
          <ac:cxnSpMkLst>
            <pc:docMk/>
            <pc:sldMk cId="0" sldId="260"/>
            <ac:cxnSpMk id="23" creationId="{AF8BCBAC-F744-C0B9-02C4-94C628B2CB65}"/>
          </ac:cxnSpMkLst>
        </pc:cxnChg>
        <pc:cxnChg chg="add mod">
          <ac:chgData name="SWATI GANGURDE" userId="edc51799-bbc8-4192-b0fe-274ca002c9c9" providerId="ADAL" clId="{EA787E7E-A85D-4F6E-9E71-4857E10E65D2}" dt="2026-09-02T20:41:35.624" v="1205" actId="208"/>
          <ac:cxnSpMkLst>
            <pc:docMk/>
            <pc:sldMk cId="0" sldId="260"/>
            <ac:cxnSpMk id="30" creationId="{935A895F-3846-DC5C-BB46-9874E3792EC1}"/>
          </ac:cxnSpMkLst>
        </pc:cxnChg>
      </pc:sldChg>
      <pc:sldChg chg="addSp modSp mod setBg modClrScheme chgLayout">
        <pc:chgData name="SWATI GANGURDE" userId="edc51799-bbc8-4192-b0fe-274ca002c9c9" providerId="ADAL" clId="{EA787E7E-A85D-4F6E-9E71-4857E10E65D2}" dt="2026-09-02T20:22:06.571" v="972" actId="20577"/>
        <pc:sldMkLst>
          <pc:docMk/>
          <pc:sldMk cId="0" sldId="261"/>
        </pc:sldMkLst>
        <pc:spChg chg="mod">
          <ac:chgData name="SWATI GANGURDE" userId="edc51799-bbc8-4192-b0fe-274ca002c9c9" providerId="ADAL" clId="{EA787E7E-A85D-4F6E-9E71-4857E10E65D2}" dt="2026-09-02T19:46:50.586" v="550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22:00.055" v="966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22:06.571" v="972" actId="20577"/>
          <ac:spMkLst>
            <pc:docMk/>
            <pc:sldMk cId="0" sldId="261"/>
            <ac:spMk id="17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08:29.249" v="350" actId="20577"/>
          <ac:spMkLst>
            <pc:docMk/>
            <pc:sldMk cId="0" sldId="261"/>
            <ac:spMk id="19" creationId="{852DC76E-5365-F5AD-7FDC-F137516E74BE}"/>
          </ac:spMkLst>
        </pc:spChg>
        <pc:picChg chg="mod">
          <ac:chgData name="SWATI GANGURDE" userId="edc51799-bbc8-4192-b0fe-274ca002c9c9" providerId="ADAL" clId="{EA787E7E-A85D-4F6E-9E71-4857E10E65D2}" dt="2026-09-02T03:31:52.281" v="30" actId="26606"/>
          <ac:picMkLst>
            <pc:docMk/>
            <pc:sldMk cId="0" sldId="261"/>
            <ac:picMk id="4" creationId="{00000000-0000-0000-0000-000000000000}"/>
          </ac:picMkLst>
        </pc:picChg>
      </pc:sldChg>
      <pc:sldChg chg="addSp modSp mod setBg modClrScheme chgLayout">
        <pc:chgData name="SWATI GANGURDE" userId="edc51799-bbc8-4192-b0fe-274ca002c9c9" providerId="ADAL" clId="{EA787E7E-A85D-4F6E-9E71-4857E10E65D2}" dt="2026-09-02T20:29:03.007" v="1053" actId="108"/>
        <pc:sldMkLst>
          <pc:docMk/>
          <pc:sldMk cId="0" sldId="262"/>
        </pc:sldMkLst>
        <pc:spChg chg="mod">
          <ac:chgData name="SWATI GANGURDE" userId="edc51799-bbc8-4192-b0fe-274ca002c9c9" providerId="ADAL" clId="{EA787E7E-A85D-4F6E-9E71-4857E10E65D2}" dt="2026-09-02T20:28:44.145" v="1050" actId="2085"/>
          <ac:spMkLst>
            <pc:docMk/>
            <pc:sldMk cId="0" sldId="262"/>
            <ac:spMk id="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6:32.054" v="544" actId="5793"/>
          <ac:spMkLst>
            <pc:docMk/>
            <pc:sldMk cId="0" sldId="262"/>
            <ac:spMk id="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28:51.375" v="1051" actId="108"/>
          <ac:spMkLst>
            <pc:docMk/>
            <pc:sldMk cId="0" sldId="262"/>
            <ac:spMk id="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28:54.016" v="1052" actId="10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29:03.007" v="1053" actId="108"/>
          <ac:spMkLst>
            <pc:docMk/>
            <pc:sldMk cId="0" sldId="262"/>
            <ac:spMk id="14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08:33.335" v="356" actId="20577"/>
          <ac:spMkLst>
            <pc:docMk/>
            <pc:sldMk cId="0" sldId="262"/>
            <ac:spMk id="18" creationId="{60B5DED0-3C74-EF75-5412-10B35DE8DD6E}"/>
          </ac:spMkLst>
        </pc:spChg>
        <pc:picChg chg="mod">
          <ac:chgData name="SWATI GANGURDE" userId="edc51799-bbc8-4192-b0fe-274ca002c9c9" providerId="ADAL" clId="{EA787E7E-A85D-4F6E-9E71-4857E10E65D2}" dt="2026-09-02T03:31:52.281" v="30" actId="26606"/>
          <ac:picMkLst>
            <pc:docMk/>
            <pc:sldMk cId="0" sldId="262"/>
            <ac:picMk id="4" creationId="{00000000-0000-0000-0000-000000000000}"/>
          </ac:picMkLst>
        </pc:picChg>
      </pc:sldChg>
      <pc:sldChg chg="addSp del mod">
        <pc:chgData name="SWATI GANGURDE" userId="edc51799-bbc8-4192-b0fe-274ca002c9c9" providerId="ADAL" clId="{EA787E7E-A85D-4F6E-9E71-4857E10E65D2}" dt="2026-09-02T18:30:03.859" v="84" actId="47"/>
        <pc:sldMkLst>
          <pc:docMk/>
          <pc:sldMk cId="0" sldId="263"/>
        </pc:sldMkLst>
        <pc:spChg chg="add">
          <ac:chgData name="SWATI GANGURDE" userId="edc51799-bbc8-4192-b0fe-274ca002c9c9" providerId="ADAL" clId="{EA787E7E-A85D-4F6E-9E71-4857E10E65D2}" dt="2026-09-02T04:44:32.506" v="58" actId="22"/>
          <ac:spMkLst>
            <pc:docMk/>
            <pc:sldMk cId="0" sldId="263"/>
            <ac:spMk id="10" creationId="{FF934B93-4D02-9A68-05E3-32D06BC99F36}"/>
          </ac:spMkLst>
        </pc:spChg>
      </pc:sldChg>
      <pc:sldChg chg="addSp modSp mod ord setBg modClrScheme chgLayout">
        <pc:chgData name="SWATI GANGURDE" userId="edc51799-bbc8-4192-b0fe-274ca002c9c9" providerId="ADAL" clId="{EA787E7E-A85D-4F6E-9E71-4857E10E65D2}" dt="2026-09-02T20:43:16.751" v="1274"/>
        <pc:sldMkLst>
          <pc:docMk/>
          <pc:sldMk cId="0" sldId="264"/>
        </pc:sldMkLst>
        <pc:spChg chg="mod">
          <ac:chgData name="SWATI GANGURDE" userId="edc51799-bbc8-4192-b0fe-274ca002c9c9" providerId="ADAL" clId="{EA787E7E-A85D-4F6E-9E71-4857E10E65D2}" dt="2026-09-02T20:31:50.732" v="1067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6:18.305" v="531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6:22.851" v="537" actId="20577"/>
          <ac:spMkLst>
            <pc:docMk/>
            <pc:sldMk cId="0" sldId="264"/>
            <ac:spMk id="9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08:37.791" v="362" actId="20577"/>
          <ac:spMkLst>
            <pc:docMk/>
            <pc:sldMk cId="0" sldId="264"/>
            <ac:spMk id="19" creationId="{BD25B665-600D-2318-CE18-3963B3E0F8B0}"/>
          </ac:spMkLst>
        </pc:spChg>
        <pc:picChg chg="mod">
          <ac:chgData name="SWATI GANGURDE" userId="edc51799-bbc8-4192-b0fe-274ca002c9c9" providerId="ADAL" clId="{EA787E7E-A85D-4F6E-9E71-4857E10E65D2}" dt="2026-09-02T03:31:52.281" v="30" actId="26606"/>
          <ac:picMkLst>
            <pc:docMk/>
            <pc:sldMk cId="0" sldId="264"/>
            <ac:picMk id="3" creationId="{00000000-0000-0000-0000-000000000000}"/>
          </ac:picMkLst>
        </pc:picChg>
      </pc:sldChg>
      <pc:sldChg chg="addSp delSp modSp add mod setBg modClrScheme chgLayout">
        <pc:chgData name="SWATI GANGURDE" userId="edc51799-bbc8-4192-b0fe-274ca002c9c9" providerId="ADAL" clId="{EA787E7E-A85D-4F6E-9E71-4857E10E65D2}" dt="2026-09-02T20:17:16.174" v="949" actId="207"/>
        <pc:sldMkLst>
          <pc:docMk/>
          <pc:sldMk cId="0" sldId="265"/>
        </pc:sldMkLst>
        <pc:spChg chg="mod">
          <ac:chgData name="SWATI GANGURDE" userId="edc51799-bbc8-4192-b0fe-274ca002c9c9" providerId="ADAL" clId="{EA787E7E-A85D-4F6E-9E71-4857E10E65D2}" dt="2026-09-02T18:32:32.871" v="116" actId="20577"/>
          <ac:spMkLst>
            <pc:docMk/>
            <pc:sldMk cId="0" sldId="265"/>
            <ac:spMk id="3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20:16:35.676" v="941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7:16.174" v="949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17:04.775" v="945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3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07:59.979" v="320" actId="1036"/>
          <ac:spMkLst>
            <pc:docMk/>
            <pc:sldMk cId="0" sldId="265"/>
            <ac:spMk id="3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0" sldId="265"/>
            <ac:spMk id="4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7:16.529" v="565" actId="103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7:25.673" v="577" actId="5793"/>
          <ac:spMkLst>
            <pc:docMk/>
            <pc:sldMk cId="0" sldId="265"/>
            <ac:spMk id="4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7:20.218" v="570" actId="1036"/>
          <ac:spMkLst>
            <pc:docMk/>
            <pc:sldMk cId="0" sldId="265"/>
            <ac:spMk id="4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47:29.115" v="583" actId="20577"/>
          <ac:spMkLst>
            <pc:docMk/>
            <pc:sldMk cId="0" sldId="265"/>
            <ac:spMk id="45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08:13.643" v="332" actId="20577"/>
          <ac:spMkLst>
            <pc:docMk/>
            <pc:sldMk cId="0" sldId="265"/>
            <ac:spMk id="48" creationId="{26D7E21E-B501-236A-20E4-295956F74F93}"/>
          </ac:spMkLst>
        </pc:spChg>
        <pc:spChg chg="add">
          <ac:chgData name="SWATI GANGURDE" userId="edc51799-bbc8-4192-b0fe-274ca002c9c9" providerId="ADAL" clId="{EA787E7E-A85D-4F6E-9E71-4857E10E65D2}" dt="2026-09-02T19:07:43.229" v="311" actId="26606"/>
          <ac:spMkLst>
            <pc:docMk/>
            <pc:sldMk cId="0" sldId="265"/>
            <ac:spMk id="211" creationId="{00000000-0000-0000-0000-000000000000}"/>
          </ac:spMkLst>
        </pc:spChg>
      </pc:sldChg>
      <pc:sldChg chg="addSp new del mod replId">
        <pc:chgData name="SWATI GANGURDE" userId="edc51799-bbc8-4192-b0fe-274ca002c9c9" providerId="ADAL" clId="{EA787E7E-A85D-4F6E-9E71-4857E10E65D2}" dt="2026-09-02T03:41:15.807" v="37" actId="26606"/>
        <pc:sldMkLst>
          <pc:docMk/>
          <pc:sldMk cId="326182744" sldId="266"/>
        </pc:sldMkLst>
        <pc:picChg chg="add">
          <ac:chgData name="SWATI GANGURDE" userId="edc51799-bbc8-4192-b0fe-274ca002c9c9" providerId="ADAL" clId="{EA787E7E-A85D-4F6E-9E71-4857E10E65D2}" dt="2026-09-02T03:38:45.720" v="35" actId="22"/>
          <ac:picMkLst>
            <pc:docMk/>
            <pc:sldMk cId="326182744" sldId="266"/>
            <ac:picMk id="3" creationId="{2ED88D53-3CF8-6E60-94F0-6CCBDCC89C35}"/>
          </ac:picMkLst>
        </pc:picChg>
      </pc:sldChg>
      <pc:sldChg chg="addSp modSp new del mod setBg">
        <pc:chgData name="SWATI GANGURDE" userId="edc51799-bbc8-4192-b0fe-274ca002c9c9" providerId="ADAL" clId="{EA787E7E-A85D-4F6E-9E71-4857E10E65D2}" dt="2026-09-02T18:29:57.265" v="83" actId="47"/>
        <pc:sldMkLst>
          <pc:docMk/>
          <pc:sldMk cId="1289340866" sldId="266"/>
        </pc:sldMkLst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3" creationId="{3651A6E0-14DB-7C86-C680-CAA79ACD463E}"/>
          </ac:spMkLst>
        </pc:spChg>
        <pc:spChg chg="mod">
          <ac:chgData name="SWATI GANGURDE" userId="edc51799-bbc8-4192-b0fe-274ca002c9c9" providerId="ADAL" clId="{EA787E7E-A85D-4F6E-9E71-4857E10E65D2}" dt="2026-09-02T04:39:48.654" v="40" actId="26606"/>
          <ac:spMkLst>
            <pc:docMk/>
            <pc:sldMk cId="1289340866" sldId="266"/>
            <ac:spMk id="15" creationId="{2E240166-1109-730C-993B-A138111064D2}"/>
          </ac:spMkLst>
        </pc:spChg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41" creationId="{E1B2F9C2-E888-B192-FE0B-E73203E7152F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43" creationId="{87BAFFB7-9210-2175-10A1-9B42945F451B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59" creationId="{D85FAE42-89E6-84E1-1CA1-7DCCB016ABA3}"/>
          </ac:spMkLst>
        </pc:spChg>
        <pc:spChg chg="mod">
          <ac:chgData name="SWATI GANGURDE" userId="edc51799-bbc8-4192-b0fe-274ca002c9c9" providerId="ADAL" clId="{EA787E7E-A85D-4F6E-9E71-4857E10E65D2}" dt="2026-09-02T04:39:48.654" v="40" actId="26606"/>
          <ac:spMkLst>
            <pc:docMk/>
            <pc:sldMk cId="1289340866" sldId="266"/>
            <ac:spMk id="63" creationId="{B6D31EE4-26FA-39DC-74C7-CBB8ACFA58C8}"/>
          </ac:spMkLst>
        </pc:spChg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81" creationId="{BB59FC68-DFDF-AFAE-F2C2-7B8B292535C9}"/>
          </ac:spMkLst>
        </pc:spChg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87" creationId="{22530AE5-E2E1-943F-DF13-C42568620CE0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89" creationId="{0744DBAA-2F2F-3579-314B-1CF59655801A}"/>
          </ac:spMkLst>
        </pc:spChg>
        <pc:spChg chg="mod">
          <ac:chgData name="SWATI GANGURDE" userId="edc51799-bbc8-4192-b0fe-274ca002c9c9" providerId="ADAL" clId="{EA787E7E-A85D-4F6E-9E71-4857E10E65D2}" dt="2026-09-02T04:39:48.654" v="40" actId="26606"/>
          <ac:spMkLst>
            <pc:docMk/>
            <pc:sldMk cId="1289340866" sldId="266"/>
            <ac:spMk id="91" creationId="{3D861D8A-58CD-CBBA-7F86-C495A8E66A19}"/>
          </ac:spMkLst>
        </pc:spChg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93" creationId="{DB42A1E1-2CA3-A57C-C00D-7737033B9D01}"/>
          </ac:spMkLst>
        </pc:spChg>
        <pc:spChg chg="add 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95" creationId="{A615C883-F88D-AC30-6F72-42F405E1EC8E}"/>
          </ac:spMkLst>
        </pc:spChg>
        <pc:spChg chg="mod">
          <ac:chgData name="SWATI GANGURDE" userId="edc51799-bbc8-4192-b0fe-274ca002c9c9" providerId="ADAL" clId="{EA787E7E-A85D-4F6E-9E71-4857E10E65D2}" dt="2026-09-02T04:39:48.654" v="40" actId="26606"/>
          <ac:spMkLst>
            <pc:docMk/>
            <pc:sldMk cId="1289340866" sldId="266"/>
            <ac:spMk id="99" creationId="{E802FF7D-2146-51CB-50F1-6CE9DBAE5310}"/>
          </ac:spMkLst>
        </pc:spChg>
        <pc:spChg chg="mod">
          <ac:chgData name="SWATI GANGURDE" userId="edc51799-bbc8-4192-b0fe-274ca002c9c9" providerId="ADAL" clId="{EA787E7E-A85D-4F6E-9E71-4857E10E65D2}" dt="2026-09-02T04:39:48.654" v="40" actId="26606"/>
          <ac:spMkLst>
            <pc:docMk/>
            <pc:sldMk cId="1289340866" sldId="266"/>
            <ac:spMk id="117" creationId="{B01A367E-443F-36F2-C085-C3D20B057B57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125" creationId="{2B619EB0-B646-D117-6BC4-AFF28A82851C}"/>
          </ac:spMkLst>
        </pc:spChg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133" creationId="{506FEF27-3DF2-9739-427E-C43869DB29A5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145" creationId="{2ACD098E-612C-7154-FBB5-359B26434604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155" creationId="{44D1B7DB-6245-FC5E-64E3-6366703B0F41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161" creationId="{A3B3EA9C-6480-7E51-7AB1-A96089F3DD29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169" creationId="{2D8F1E40-2DE1-0C4E-FB26-FB872DBEC410}"/>
          </ac:spMkLst>
        </pc:spChg>
        <pc:spChg chg="mod">
          <ac:chgData name="SWATI GANGURDE" userId="edc51799-bbc8-4192-b0fe-274ca002c9c9" providerId="ADAL" clId="{EA787E7E-A85D-4F6E-9E71-4857E10E65D2}" dt="2026-09-02T04:39:48.654" v="40" actId="26606"/>
          <ac:spMkLst>
            <pc:docMk/>
            <pc:sldMk cId="1289340866" sldId="266"/>
            <ac:spMk id="171" creationId="{A00288E6-0A64-F53B-8C84-EFED4DBC2556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191" creationId="{3AC32269-F2E6-F360-0038-F2FA3CE21B59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193" creationId="{68833115-2417-61A9-C3E2-B58558CB8A84}"/>
          </ac:spMkLst>
        </pc:spChg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195" creationId="{A312D4CB-6726-C4A4-9C00-1BF13AAE24FF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199" creationId="{D091C8E4-6327-653C-8D06-12B2B872CA2C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203" creationId="{832896EA-4CA5-17D7-1290-ADD1C9853C07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219" creationId="{464E891B-09BB-2B6B-789B-0A73AE790901}"/>
          </ac:spMkLst>
        </pc:spChg>
        <pc:spChg chg="mod">
          <ac:chgData name="SWATI GANGURDE" userId="edc51799-bbc8-4192-b0fe-274ca002c9c9" providerId="ADAL" clId="{EA787E7E-A85D-4F6E-9E71-4857E10E65D2}" dt="2026-09-02T04:39:48.654" v="40" actId="26606"/>
          <ac:spMkLst>
            <pc:docMk/>
            <pc:sldMk cId="1289340866" sldId="266"/>
            <ac:spMk id="221" creationId="{E4213E30-0000-9241-5E6D-E137AEC822D1}"/>
          </ac:spMkLst>
        </pc:spChg>
        <pc:spChg chg="add">
          <ac:chgData name="SWATI GANGURDE" userId="edc51799-bbc8-4192-b0fe-274ca002c9c9" providerId="ADAL" clId="{EA787E7E-A85D-4F6E-9E71-4857E10E65D2}" dt="2026-09-02T04:36:49.279" v="39" actId="22"/>
          <ac:spMkLst>
            <pc:docMk/>
            <pc:sldMk cId="1289340866" sldId="266"/>
            <ac:spMk id="223" creationId="{F1F921CB-8951-5D3A-E004-1688D77B1200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225" creationId="{3F56F3AB-B404-E35E-21C6-5ACA8940FF6F}"/>
          </ac:spMkLst>
        </pc:spChg>
        <pc:spChg chg="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227" creationId="{B3FA92F2-E854-3137-9C9B-0D25144B5516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235" creationId="{7EE8B813-442A-87CC-17D5-547F205942FA}"/>
          </ac:spMkLst>
        </pc:spChg>
        <pc:spChg chg="mod">
          <ac:chgData name="SWATI GANGURDE" userId="edc51799-bbc8-4192-b0fe-274ca002c9c9" providerId="ADAL" clId="{EA787E7E-A85D-4F6E-9E71-4857E10E65D2}" dt="2026-09-02T04:43:38.593" v="44" actId="2711"/>
          <ac:spMkLst>
            <pc:docMk/>
            <pc:sldMk cId="1289340866" sldId="266"/>
            <ac:spMk id="243" creationId="{1124BEBE-CDAD-DABE-1A8F-01CFE3507FBE}"/>
          </ac:spMkLst>
        </pc:spChg>
        <pc:spChg chg="mod">
          <ac:chgData name="SWATI GANGURDE" userId="edc51799-bbc8-4192-b0fe-274ca002c9c9" providerId="ADAL" clId="{EA787E7E-A85D-4F6E-9E71-4857E10E65D2}" dt="2026-09-02T04:44:01.361" v="50" actId="1035"/>
          <ac:spMkLst>
            <pc:docMk/>
            <pc:sldMk cId="1289340866" sldId="266"/>
            <ac:spMk id="245" creationId="{73B9AC10-94C1-A8EA-6F1F-17D3548F500A}"/>
          </ac:spMkLst>
        </pc:spChg>
        <pc:spChg chg="add mod">
          <ac:chgData name="SWATI GANGURDE" userId="edc51799-bbc8-4192-b0fe-274ca002c9c9" providerId="ADAL" clId="{EA787E7E-A85D-4F6E-9E71-4857E10E65D2}" dt="2026-09-02T04:42:39.677" v="42" actId="26606"/>
          <ac:spMkLst>
            <pc:docMk/>
            <pc:sldMk cId="1289340866" sldId="266"/>
            <ac:spMk id="247" creationId="{3EEEDBE6-E622-C89E-D699-E6E04BE23956}"/>
          </ac:spMkLst>
        </pc:spChg>
      </pc:sldChg>
      <pc:sldChg chg="modSp add mod setBg modClrScheme chgLayout">
        <pc:chgData name="SWATI GANGURDE" userId="edc51799-bbc8-4192-b0fe-274ca002c9c9" providerId="ADAL" clId="{EA787E7E-A85D-4F6E-9E71-4857E10E65D2}" dt="2026-09-02T19:46:11.150" v="525" actId="20577"/>
        <pc:sldMkLst>
          <pc:docMk/>
          <pc:sldMk cId="0" sldId="267"/>
        </pc:sldMkLst>
        <pc:spChg chg="mod">
          <ac:chgData name="SWATI GANGURDE" userId="edc51799-bbc8-4192-b0fe-274ca002c9c9" providerId="ADAL" clId="{EA787E7E-A85D-4F6E-9E71-4857E10E65D2}" dt="2026-09-02T19:46:11.150" v="525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16:00.204" v="390" actId="20577"/>
          <ac:spMkLst>
            <pc:docMk/>
            <pc:sldMk cId="0" sldId="267"/>
            <ac:spMk id="9" creationId="{00000000-0000-0000-0000-000000000000}"/>
          </ac:spMkLst>
        </pc:spChg>
      </pc:sldChg>
      <pc:sldChg chg="modSp add del mod">
        <pc:chgData name="SWATI GANGURDE" userId="edc51799-bbc8-4192-b0fe-274ca002c9c9" providerId="ADAL" clId="{EA787E7E-A85D-4F6E-9E71-4857E10E65D2}" dt="2026-09-02T18:30:26.317" v="85" actId="47"/>
        <pc:sldMkLst>
          <pc:docMk/>
          <pc:sldMk cId="0" sldId="268"/>
        </pc:sldMkLst>
        <pc:spChg chg="mod">
          <ac:chgData name="SWATI GANGURDE" userId="edc51799-bbc8-4192-b0fe-274ca002c9c9" providerId="ADAL" clId="{EA787E7E-A85D-4F6E-9E71-4857E10E65D2}" dt="2026-09-02T05:22:21.751" v="72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5:22:56.946" v="76" actId="207"/>
          <ac:spMkLst>
            <pc:docMk/>
            <pc:sldMk cId="0" sldId="268"/>
            <ac:spMk id="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5:22:56.946" v="76" actId="20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5:22:56.946" v="76" actId="207"/>
          <ac:spMkLst>
            <pc:docMk/>
            <pc:sldMk cId="0" sldId="268"/>
            <ac:spMk id="2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5:22:56.946" v="76" actId="207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5:22:56.946" v="76" actId="20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05:22:35.873" v="73" actId="207"/>
          <ac:spMkLst>
            <pc:docMk/>
            <pc:sldMk cId="0" sldId="268"/>
            <ac:spMk id="35" creationId="{00000000-0000-0000-0000-000000000000}"/>
          </ac:spMkLst>
        </pc:spChg>
      </pc:sldChg>
      <pc:sldChg chg="add del ord">
        <pc:chgData name="SWATI GANGURDE" userId="edc51799-bbc8-4192-b0fe-274ca002c9c9" providerId="ADAL" clId="{EA787E7E-A85D-4F6E-9E71-4857E10E65D2}" dt="2026-09-02T19:18:36.762" v="395" actId="47"/>
        <pc:sldMkLst>
          <pc:docMk/>
          <pc:sldMk cId="2478675512" sldId="268"/>
        </pc:sldMkLst>
      </pc:sldChg>
      <pc:sldChg chg="new del replId">
        <pc:chgData name="SWATI GANGURDE" userId="edc51799-bbc8-4192-b0fe-274ca002c9c9" providerId="ADAL" clId="{EA787E7E-A85D-4F6E-9E71-4857E10E65D2}" dt="2026-09-02T04:46:02.938" v="62" actId="26606"/>
        <pc:sldMkLst>
          <pc:docMk/>
          <pc:sldMk cId="3374693298" sldId="268"/>
        </pc:sldMkLst>
      </pc:sldChg>
      <pc:sldChg chg="addSp delSp modSp new del mod replId">
        <pc:chgData name="SWATI GANGURDE" userId="edc51799-bbc8-4192-b0fe-274ca002c9c9" providerId="ADAL" clId="{EA787E7E-A85D-4F6E-9E71-4857E10E65D2}" dt="2026-09-02T05:20:57.061" v="71" actId="26606"/>
        <pc:sldMkLst>
          <pc:docMk/>
          <pc:sldMk cId="1569808353" sldId="269"/>
        </pc:sldMkLst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2" creationId="{C5D53DD6-07E1-FB5F-7B03-0E959CC272AA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4" creationId="{C28CA1E0-93A0-C22C-D5DE-F7EE9FA83FAA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6" creationId="{C17E8993-A5CF-D040-8415-C03750807824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8" creationId="{B620F49C-F3BC-B5C1-623F-046116923CBA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10" creationId="{C78EFFE3-2960-29A1-D64A-83FD29B8AE52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11" creationId="{448C5A8E-002D-04D6-5BDA-6C1128FE7F3D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14" creationId="{7F014837-AAF3-1E2C-A420-83EC096DC4CF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15" creationId="{F6E5150B-DB14-CF2B-940E-AA4865AB10D4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16" creationId="{4822A5B7-4EB5-99C8-9396-84721D49DA92}"/>
          </ac:spMkLst>
        </pc:spChg>
        <pc:spChg chg="add mod">
          <ac:chgData name="SWATI GANGURDE" userId="edc51799-bbc8-4192-b0fe-274ca002c9c9" providerId="ADAL" clId="{EA787E7E-A85D-4F6E-9E71-4857E10E65D2}" dt="2026-09-02T05:18:45.487" v="64"/>
          <ac:spMkLst>
            <pc:docMk/>
            <pc:sldMk cId="1569808353" sldId="269"/>
            <ac:spMk id="28" creationId="{7AB8837E-6A04-68C0-5AA2-ED7D876E969C}"/>
          </ac:spMkLst>
        </pc:spChg>
        <pc:spChg chg="mod">
          <ac:chgData name="SWATI GANGURDE" userId="edc51799-bbc8-4192-b0fe-274ca002c9c9" providerId="ADAL" clId="{EA787E7E-A85D-4F6E-9E71-4857E10E65D2}" dt="2026-09-02T05:18:50.455" v="65"/>
          <ac:spMkLst>
            <pc:docMk/>
            <pc:sldMk cId="1569808353" sldId="269"/>
            <ac:spMk id="29" creationId="{5C8B3AE5-9720-52C3-40EB-03A32C5F2F61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34" creationId="{64F41249-EC64-7D27-3B83-FEF83E8256D2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36" creationId="{BC9933DD-8651-2F9B-6490-674A42420A84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37" creationId="{6F664D4C-28A4-57FE-94C8-9E367AA9C539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43" creationId="{78F2AC8A-6203-EE22-7426-72073E2E30F5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45" creationId="{92AFFC56-C026-7625-DF89-437C5A47036D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47" creationId="{D45D770C-8548-3BCF-6585-C96193504E2D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48" creationId="{69342A44-43A1-A113-5DF6-29BEB61D338D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50" creationId="{0E5422C2-F731-B452-B21C-8976BF92BF0D}"/>
          </ac:spMkLst>
        </pc:spChg>
        <pc:spChg chg="add mod">
          <ac:chgData name="SWATI GANGURDE" userId="edc51799-bbc8-4192-b0fe-274ca002c9c9" providerId="ADAL" clId="{EA787E7E-A85D-4F6E-9E71-4857E10E65D2}" dt="2026-09-02T05:18:50.472" v="66"/>
          <ac:spMkLst>
            <pc:docMk/>
            <pc:sldMk cId="1569808353" sldId="269"/>
            <ac:spMk id="52" creationId="{CEBDAD51-CAC5-BCE5-9D90-3B6002B86901}"/>
          </ac:spMkLst>
        </pc:spChg>
        <pc:spChg chg="add mod">
          <ac:chgData name="SWATI GANGURDE" userId="edc51799-bbc8-4192-b0fe-274ca002c9c9" providerId="ADAL" clId="{EA787E7E-A85D-4F6E-9E71-4857E10E65D2}" dt="2026-09-02T05:18:52.680" v="67"/>
          <ac:spMkLst>
            <pc:docMk/>
            <pc:sldMk cId="1569808353" sldId="269"/>
            <ac:spMk id="57" creationId="{D638CEC8-44E1-CF7A-0968-8B54E7A96563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62" creationId="{B2786CC8-9A3E-A077-BA42-AD6F92D41ECA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65" creationId="{1BF0B233-A42D-0CA0-7A6A-85CB99FE5CCD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68" creationId="{46059252-984E-C4C5-CE03-5CF04167F96F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69" creationId="{F34F8122-8B69-DFA0-7445-9D429191B3BB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70" creationId="{1018F3D8-64C9-C44F-9C98-A024F37D4A5E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71" creationId="{264324F4-6D38-6BEE-481D-A5405FD52875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72" creationId="{C398E7C2-3B99-E6A1-2013-1FC261814603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80" creationId="{E0F5696A-AAEF-7546-4F2C-863AAC26E01E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81" creationId="{8CA6E143-DA01-BAF2-7E92-5D2F0E93012D}"/>
          </ac:spMkLst>
        </pc:spChg>
        <pc:spChg chg="add mod">
          <ac:chgData name="SWATI GANGURDE" userId="edc51799-bbc8-4192-b0fe-274ca002c9c9" providerId="ADAL" clId="{EA787E7E-A85D-4F6E-9E71-4857E10E65D2}" dt="2026-09-02T05:18:52.699" v="68"/>
          <ac:spMkLst>
            <pc:docMk/>
            <pc:sldMk cId="1569808353" sldId="269"/>
            <ac:spMk id="82" creationId="{229C8451-E127-16E5-A5C4-328D84B78E73}"/>
          </ac:spMkLst>
        </pc:spChg>
        <pc:spChg chg="del">
          <ac:chgData name="SWATI GANGURDE" userId="edc51799-bbc8-4192-b0fe-274ca002c9c9" providerId="ADAL" clId="{EA787E7E-A85D-4F6E-9E71-4857E10E65D2}" dt="2026-09-02T05:18:57.994" v="69" actId="478"/>
          <ac:spMkLst>
            <pc:docMk/>
            <pc:sldMk cId="1569808353" sldId="269"/>
            <ac:spMk id="85" creationId="{FDBA926A-3AE6-9B98-952D-60DB2BC101A8}"/>
          </ac:spMkLst>
        </pc:spChg>
      </pc:sldChg>
      <pc:sldChg chg="add del ord">
        <pc:chgData name="SWATI GANGURDE" userId="edc51799-bbc8-4192-b0fe-274ca002c9c9" providerId="ADAL" clId="{EA787E7E-A85D-4F6E-9E71-4857E10E65D2}" dt="2026-09-02T18:56:15.141" v="251" actId="47"/>
        <pc:sldMkLst>
          <pc:docMk/>
          <pc:sldMk cId="1657219134" sldId="269"/>
        </pc:sldMkLst>
      </pc:sldChg>
      <pc:sldChg chg="add del ord">
        <pc:chgData name="SWATI GANGURDE" userId="edc51799-bbc8-4192-b0fe-274ca002c9c9" providerId="ADAL" clId="{EA787E7E-A85D-4F6E-9E71-4857E10E65D2}" dt="2026-09-02T19:18:37.269" v="396" actId="47"/>
        <pc:sldMkLst>
          <pc:docMk/>
          <pc:sldMk cId="1802477337" sldId="270"/>
        </pc:sldMkLst>
      </pc:sldChg>
      <pc:sldChg chg="add del ord">
        <pc:chgData name="SWATI GANGURDE" userId="edc51799-bbc8-4192-b0fe-274ca002c9c9" providerId="ADAL" clId="{EA787E7E-A85D-4F6E-9E71-4857E10E65D2}" dt="2026-09-02T19:18:37.826" v="397" actId="47"/>
        <pc:sldMkLst>
          <pc:docMk/>
          <pc:sldMk cId="2981217359" sldId="271"/>
        </pc:sldMkLst>
      </pc:sldChg>
      <pc:sldChg chg="add del ord">
        <pc:chgData name="SWATI GANGURDE" userId="edc51799-bbc8-4192-b0fe-274ca002c9c9" providerId="ADAL" clId="{EA787E7E-A85D-4F6E-9E71-4857E10E65D2}" dt="2026-09-02T19:18:38.311" v="398" actId="47"/>
        <pc:sldMkLst>
          <pc:docMk/>
          <pc:sldMk cId="2887960319" sldId="272"/>
        </pc:sldMkLst>
      </pc:sldChg>
      <pc:sldChg chg="add del ord">
        <pc:chgData name="SWATI GANGURDE" userId="edc51799-bbc8-4192-b0fe-274ca002c9c9" providerId="ADAL" clId="{EA787E7E-A85D-4F6E-9E71-4857E10E65D2}" dt="2026-09-02T19:18:38.789" v="399" actId="47"/>
        <pc:sldMkLst>
          <pc:docMk/>
          <pc:sldMk cId="2806471938" sldId="273"/>
        </pc:sldMkLst>
      </pc:sldChg>
      <pc:sldChg chg="add del ord">
        <pc:chgData name="SWATI GANGURDE" userId="edc51799-bbc8-4192-b0fe-274ca002c9c9" providerId="ADAL" clId="{EA787E7E-A85D-4F6E-9E71-4857E10E65D2}" dt="2026-09-02T19:18:39.373" v="400" actId="47"/>
        <pc:sldMkLst>
          <pc:docMk/>
          <pc:sldMk cId="2822620348" sldId="274"/>
        </pc:sldMkLst>
      </pc:sldChg>
      <pc:sldChg chg="add del ord">
        <pc:chgData name="SWATI GANGURDE" userId="edc51799-bbc8-4192-b0fe-274ca002c9c9" providerId="ADAL" clId="{EA787E7E-A85D-4F6E-9E71-4857E10E65D2}" dt="2026-09-02T19:18:39.888" v="401" actId="47"/>
        <pc:sldMkLst>
          <pc:docMk/>
          <pc:sldMk cId="54751402" sldId="275"/>
        </pc:sldMkLst>
      </pc:sldChg>
      <pc:sldChg chg="delSp add del mod">
        <pc:chgData name="SWATI GANGURDE" userId="edc51799-bbc8-4192-b0fe-274ca002c9c9" providerId="ADAL" clId="{EA787E7E-A85D-4F6E-9E71-4857E10E65D2}" dt="2026-09-02T19:18:30.618" v="394" actId="47"/>
        <pc:sldMkLst>
          <pc:docMk/>
          <pc:sldMk cId="0" sldId="276"/>
        </pc:sldMkLst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00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01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03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04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31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33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50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51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52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18:12.377" v="392" actId="478"/>
          <ac:spMkLst>
            <pc:docMk/>
            <pc:sldMk cId="0" sldId="276"/>
            <ac:spMk id="460" creationId="{00000000-0000-0000-0000-000000000000}"/>
          </ac:spMkLst>
        </pc:spChg>
      </pc:sldChg>
      <pc:sldChg chg="new del">
        <pc:chgData name="SWATI GANGURDE" userId="edc51799-bbc8-4192-b0fe-274ca002c9c9" providerId="ADAL" clId="{EA787E7E-A85D-4F6E-9E71-4857E10E65D2}" dt="2026-09-02T19:15:46.805" v="387" actId="680"/>
        <pc:sldMkLst>
          <pc:docMk/>
          <pc:sldMk cId="1646472138" sldId="276"/>
        </pc:sldMkLst>
      </pc:sldChg>
      <pc:sldChg chg="add del setBg">
        <pc:chgData name="SWATI GANGURDE" userId="edc51799-bbc8-4192-b0fe-274ca002c9c9" providerId="ADAL" clId="{EA787E7E-A85D-4F6E-9E71-4857E10E65D2}" dt="2026-09-02T19:20:20.638" v="402" actId="26606"/>
        <pc:sldMkLst>
          <pc:docMk/>
          <pc:sldMk cId="0" sldId="277"/>
        </pc:sldMkLst>
      </pc:sldChg>
      <pc:sldChg chg="addSp delSp modSp add del mod setBg">
        <pc:chgData name="SWATI GANGURDE" userId="edc51799-bbc8-4192-b0fe-274ca002c9c9" providerId="ADAL" clId="{EA787E7E-A85D-4F6E-9E71-4857E10E65D2}" dt="2026-09-02T19:45:57.837" v="518" actId="47"/>
        <pc:sldMkLst>
          <pc:docMk/>
          <pc:sldMk cId="0" sldId="278"/>
        </pc:sldMkLst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4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5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18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2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5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8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96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100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11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117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125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130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14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15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29:11.438" v="405" actId="26606"/>
          <ac:spMkLst>
            <pc:docMk/>
            <pc:sldMk cId="0" sldId="278"/>
            <ac:spMk id="164" creationId="{00000000-0000-0000-0000-000000000000}"/>
          </ac:spMkLst>
        </pc:spChg>
        <pc:spChg chg="del mod replId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448" creationId="{C9793C81-5AB3-2436-1933-17E39B092FA9}"/>
          </ac:spMkLst>
        </pc:spChg>
        <pc:spChg chg="del">
          <ac:chgData name="SWATI GANGURDE" userId="edc51799-bbc8-4192-b0fe-274ca002c9c9" providerId="ADAL" clId="{EA787E7E-A85D-4F6E-9E71-4857E10E65D2}" dt="2026-09-02T19:26:05.628" v="404" actId="26606"/>
          <ac:spMkLst>
            <pc:docMk/>
            <pc:sldMk cId="0" sldId="278"/>
            <ac:spMk id="450" creationId="{00000000-0000-0000-0000-000000000000}"/>
          </ac:spMkLst>
        </pc:spChg>
      </pc:sldChg>
      <pc:sldChg chg="new del">
        <pc:chgData name="SWATI GANGURDE" userId="edc51799-bbc8-4192-b0fe-274ca002c9c9" providerId="ADAL" clId="{EA787E7E-A85D-4F6E-9E71-4857E10E65D2}" dt="2026-09-02T19:29:27.732" v="407" actId="47"/>
        <pc:sldMkLst>
          <pc:docMk/>
          <pc:sldMk cId="2374270859" sldId="279"/>
        </pc:sldMkLst>
      </pc:sldChg>
      <pc:sldChg chg="addSp delSp add del mod">
        <pc:chgData name="SWATI GANGURDE" userId="edc51799-bbc8-4192-b0fe-274ca002c9c9" providerId="ADAL" clId="{EA787E7E-A85D-4F6E-9E71-4857E10E65D2}" dt="2026-09-02T19:31:45.791" v="415" actId="47"/>
        <pc:sldMkLst>
          <pc:docMk/>
          <pc:sldMk cId="3082255933" sldId="279"/>
        </pc:sldMkLst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17" creationId="{2A175031-5196-D3B7-2D5E-799D51599ED5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39" creationId="{030E3526-794B-2122-3826-1F9C7C9F4698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43" creationId="{DC5E5ADA-2242-C050-34AF-072A34299609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68" creationId="{E4BC48B2-4F09-7914-33F1-74A27812EFCE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111" creationId="{C1059A23-08ED-DE52-9435-7F34667D0D0E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124" creationId="{5421A02B-E8A1-2A53-266C-5488204A4207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126" creationId="{5A501546-AC71-9D19-79FD-137C7D796FCB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134" creationId="{5929CAC4-3401-255A-ABD4-6DDA0CD98970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138" creationId="{E81F423D-1F3B-62B4-D9ED-1396DE063630}"/>
          </ac:spMkLst>
        </pc:spChg>
        <pc:spChg chg="del">
          <ac:chgData name="SWATI GANGURDE" userId="edc51799-bbc8-4192-b0fe-274ca002c9c9" providerId="ADAL" clId="{EA787E7E-A85D-4F6E-9E71-4857E10E65D2}" dt="2026-09-02T19:30:48.498" v="409" actId="478"/>
          <ac:spMkLst>
            <pc:docMk/>
            <pc:sldMk cId="3082255933" sldId="279"/>
            <ac:spMk id="157" creationId="{A9C68596-0758-27EC-2658-B2C6845668D5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196" creationId="{2A8BB173-9EB7-5977-3E97-FF15EA9D712B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280" creationId="{4B7CB7A9-EBCE-E838-E2CD-88C4CF46282B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294" creationId="{56A9E804-0DB3-4F4F-2563-565CC8C81326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306" creationId="{F1102ECB-5503-DAEF-13FC-B0C9CAE0F4E3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320" creationId="{17AE8BE6-9D1C-645C-70C8-DB36F1EEF798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358" creationId="{365B5BE9-FB6F-D766-E377-6497C6212BF2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380" creationId="{939D8729-B7C5-F3D2-A988-148F8A733290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382" creationId="{E77784A9-B991-F839-CCBE-2B9CBEAA787E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396" creationId="{A303E0B6-45D2-60C4-9E0C-41083E6FA4B5}"/>
          </ac:spMkLst>
        </pc:spChg>
        <pc:spChg chg="add del">
          <ac:chgData name="SWATI GANGURDE" userId="edc51799-bbc8-4192-b0fe-274ca002c9c9" providerId="ADAL" clId="{EA787E7E-A85D-4F6E-9E71-4857E10E65D2}" dt="2026-09-02T19:31:04.953" v="411" actId="22"/>
          <ac:spMkLst>
            <pc:docMk/>
            <pc:sldMk cId="3082255933" sldId="279"/>
            <ac:spMk id="438" creationId="{8030FB3B-179A-C76D-F084-5326C61A6D2E}"/>
          </ac:spMkLst>
        </pc:spChg>
        <pc:picChg chg="add del">
          <ac:chgData name="SWATI GANGURDE" userId="edc51799-bbc8-4192-b0fe-274ca002c9c9" providerId="ADAL" clId="{EA787E7E-A85D-4F6E-9E71-4857E10E65D2}" dt="2026-09-02T19:31:11.184" v="413" actId="22"/>
          <ac:picMkLst>
            <pc:docMk/>
            <pc:sldMk cId="3082255933" sldId="279"/>
            <ac:picMk id="496" creationId="{C3F6943B-FC38-6901-416E-8D82EE20D09F}"/>
          </ac:picMkLst>
        </pc:picChg>
      </pc:sldChg>
      <pc:sldChg chg="addSp delSp modSp add mod setBg">
        <pc:chgData name="SWATI GANGURDE" userId="edc51799-bbc8-4192-b0fe-274ca002c9c9" providerId="ADAL" clId="{EA787E7E-A85D-4F6E-9E71-4857E10E65D2}" dt="2026-09-02T20:36:26.569" v="1125" actId="26606"/>
        <pc:sldMkLst>
          <pc:docMk/>
          <pc:sldMk cId="1966419888" sldId="280"/>
        </pc:sldMkLst>
        <pc:spChg chg="mod">
          <ac:chgData name="SWATI GANGURDE" userId="edc51799-bbc8-4192-b0fe-274ca002c9c9" providerId="ADAL" clId="{EA787E7E-A85D-4F6E-9E71-4857E10E65D2}" dt="2026-09-02T19:55:49.983" v="843" actId="26606"/>
          <ac:spMkLst>
            <pc:docMk/>
            <pc:sldMk cId="1966419888" sldId="280"/>
            <ac:spMk id="2" creationId="{00000000-0000-0000-0000-000000000000}"/>
          </ac:spMkLst>
        </pc:spChg>
        <pc:spChg chg="del mod replId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4" creationId="{AC0E0606-844A-1EAE-5C0B-1954BC8F4460}"/>
          </ac:spMkLst>
        </pc:spChg>
        <pc:spChg chg="mod">
          <ac:chgData name="SWATI GANGURDE" userId="edc51799-bbc8-4192-b0fe-274ca002c9c9" providerId="ADAL" clId="{EA787E7E-A85D-4F6E-9E71-4857E10E65D2}" dt="2026-09-02T19:39:24.131" v="489" actId="207"/>
          <ac:spMkLst>
            <pc:docMk/>
            <pc:sldMk cId="1966419888" sldId="280"/>
            <ac:spMk id="6" creationId="{0B4423AA-945E-832A-839E-67F2C78E4DAD}"/>
          </ac:spMkLst>
        </pc:spChg>
        <pc:spChg chg="mod">
          <ac:chgData name="SWATI GANGURDE" userId="edc51799-bbc8-4192-b0fe-274ca002c9c9" providerId="ADAL" clId="{EA787E7E-A85D-4F6E-9E71-4857E10E65D2}" dt="2026-09-02T19:37:14.862" v="460" actId="108"/>
          <ac:spMkLst>
            <pc:docMk/>
            <pc:sldMk cId="1966419888" sldId="280"/>
            <ac:spMk id="7" creationId="{8A3F426E-899C-5D4B-5368-A00128F008C8}"/>
          </ac:spMkLst>
        </pc:spChg>
        <pc:spChg chg="mod">
          <ac:chgData name="SWATI GANGURDE" userId="edc51799-bbc8-4192-b0fe-274ca002c9c9" providerId="ADAL" clId="{EA787E7E-A85D-4F6E-9E71-4857E10E65D2}" dt="2026-09-02T19:36:59.634" v="458" actId="108"/>
          <ac:spMkLst>
            <pc:docMk/>
            <pc:sldMk cId="1966419888" sldId="280"/>
            <ac:spMk id="8" creationId="{8226BD54-ACCB-4DC1-ABFC-4F62686920DE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9" creationId="{5BACAB3C-8337-7B83-D516-CB902F2E1C80}"/>
          </ac:spMkLst>
        </pc:spChg>
        <pc:spChg chg="add 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10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11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13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20" creationId="{89226581-900C-CC3F-4128-990355D8A0B1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22" creationId="{B87B25D3-D402-CA08-356E-A8EAA8362B5F}"/>
          </ac:spMkLst>
        </pc:spChg>
        <pc:spChg chg="mod">
          <ac:chgData name="SWATI GANGURDE" userId="edc51799-bbc8-4192-b0fe-274ca002c9c9" providerId="ADAL" clId="{EA787E7E-A85D-4F6E-9E71-4857E10E65D2}" dt="2026-09-02T19:39:24.131" v="489" actId="207"/>
          <ac:spMkLst>
            <pc:docMk/>
            <pc:sldMk cId="1966419888" sldId="280"/>
            <ac:spMk id="26" creationId="{CB987137-B88C-D96D-76D6-736CDDE8B860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30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32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33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4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49" creationId="{A2FEFD4B-2375-934A-EAF3-DFB6C4F51F8C}"/>
          </ac:spMkLst>
        </pc:spChg>
        <pc:spChg chg="del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56" creationId="{7DF4AB7F-19EB-3181-F9F4-A6D9790801AF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60" creationId="{00000000-0000-0000-0000-000000000000}"/>
          </ac:spMkLst>
        </pc:spChg>
        <pc:spChg chg="add 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6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9:24.617" v="490" actId="1035"/>
          <ac:spMkLst>
            <pc:docMk/>
            <pc:sldMk cId="1966419888" sldId="280"/>
            <ac:spMk id="64" creationId="{B702A6A5-E83F-9921-4F4C-3C4D284106A8}"/>
          </ac:spMkLst>
        </pc:spChg>
        <pc:spChg chg="mod">
          <ac:chgData name="SWATI GANGURDE" userId="edc51799-bbc8-4192-b0fe-274ca002c9c9" providerId="ADAL" clId="{EA787E7E-A85D-4F6E-9E71-4857E10E65D2}" dt="2026-09-02T19:39:24.617" v="490" actId="1035"/>
          <ac:spMkLst>
            <pc:docMk/>
            <pc:sldMk cId="1966419888" sldId="280"/>
            <ac:spMk id="65" creationId="{76E906C3-E5FE-4295-98C2-BE44132C3151}"/>
          </ac:spMkLst>
        </pc:spChg>
        <pc:spChg chg="mod">
          <ac:chgData name="SWATI GANGURDE" userId="edc51799-bbc8-4192-b0fe-274ca002c9c9" providerId="ADAL" clId="{EA787E7E-A85D-4F6E-9E71-4857E10E65D2}" dt="2026-09-02T19:38:17.813" v="475" actId="14100"/>
          <ac:spMkLst>
            <pc:docMk/>
            <pc:sldMk cId="1966419888" sldId="280"/>
            <ac:spMk id="66" creationId="{E4E709D5-AD57-3F29-9F43-2D02E13EDE15}"/>
          </ac:spMkLst>
        </pc:spChg>
        <pc:spChg chg="mod">
          <ac:chgData name="SWATI GANGURDE" userId="edc51799-bbc8-4192-b0fe-274ca002c9c9" providerId="ADAL" clId="{EA787E7E-A85D-4F6E-9E71-4857E10E65D2}" dt="2026-09-02T19:38:13.026" v="474" actId="1035"/>
          <ac:spMkLst>
            <pc:docMk/>
            <pc:sldMk cId="1966419888" sldId="280"/>
            <ac:spMk id="68" creationId="{2E00CD4F-477D-F15D-7AA5-87CF0817085B}"/>
          </ac:spMkLst>
        </pc:spChg>
        <pc:spChg chg="mod">
          <ac:chgData name="SWATI GANGURDE" userId="edc51799-bbc8-4192-b0fe-274ca002c9c9" providerId="ADAL" clId="{EA787E7E-A85D-4F6E-9E71-4857E10E65D2}" dt="2026-09-02T19:38:13.026" v="474" actId="1035"/>
          <ac:spMkLst>
            <pc:docMk/>
            <pc:sldMk cId="1966419888" sldId="280"/>
            <ac:spMk id="69" creationId="{5F2CD0D1-9373-0936-2B74-23507EB8EB63}"/>
          </ac:spMkLst>
        </pc:spChg>
        <pc:spChg chg="mod">
          <ac:chgData name="SWATI GANGURDE" userId="edc51799-bbc8-4192-b0fe-274ca002c9c9" providerId="ADAL" clId="{EA787E7E-A85D-4F6E-9E71-4857E10E65D2}" dt="2026-09-02T19:38:13.026" v="474" actId="1035"/>
          <ac:spMkLst>
            <pc:docMk/>
            <pc:sldMk cId="1966419888" sldId="280"/>
            <ac:spMk id="74" creationId="{F643F4AA-7E90-C98D-C1F4-644DEAE3CD30}"/>
          </ac:spMkLst>
        </pc:spChg>
        <pc:spChg chg="mod">
          <ac:chgData name="SWATI GANGURDE" userId="edc51799-bbc8-4192-b0fe-274ca002c9c9" providerId="ADAL" clId="{EA787E7E-A85D-4F6E-9E71-4857E10E65D2}" dt="2026-09-02T19:38:25.444" v="477" actId="14100"/>
          <ac:spMkLst>
            <pc:docMk/>
            <pc:sldMk cId="1966419888" sldId="280"/>
            <ac:spMk id="75" creationId="{A2485375-66CC-F9B8-EE9A-2151AE6EB0BA}"/>
          </ac:spMkLst>
        </pc:spChg>
        <pc:spChg chg="mod">
          <ac:chgData name="SWATI GANGURDE" userId="edc51799-bbc8-4192-b0fe-274ca002c9c9" providerId="ADAL" clId="{EA787E7E-A85D-4F6E-9E71-4857E10E65D2}" dt="2026-09-02T19:38:13.026" v="474" actId="1035"/>
          <ac:spMkLst>
            <pc:docMk/>
            <pc:sldMk cId="1966419888" sldId="280"/>
            <ac:spMk id="77" creationId="{5562E263-A7FC-3EDE-9A71-53EF04FE3150}"/>
          </ac:spMkLst>
        </pc:spChg>
        <pc:spChg chg="del mod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78" creationId="{C1A087A0-97FE-6EF6-7285-176D20AF66C6}"/>
          </ac:spMkLst>
        </pc:spChg>
        <pc:spChg chg="del">
          <ac:chgData name="SWATI GANGURDE" userId="edc51799-bbc8-4192-b0fe-274ca002c9c9" providerId="ADAL" clId="{EA787E7E-A85D-4F6E-9E71-4857E10E65D2}" dt="2026-09-02T19:55:27.894" v="823" actId="478"/>
          <ac:spMkLst>
            <pc:docMk/>
            <pc:sldMk cId="1966419888" sldId="280"/>
            <ac:spMk id="81" creationId="{00000000-0000-0000-0000-000000000000}"/>
          </ac:spMkLst>
        </pc:spChg>
        <pc:spChg chg="del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82" creationId="{915DDE75-8AD1-B24B-B385-9849E02AB1CA}"/>
          </ac:spMkLst>
        </pc:spChg>
        <pc:spChg chg="mod">
          <ac:chgData name="SWATI GANGURDE" userId="edc51799-bbc8-4192-b0fe-274ca002c9c9" providerId="ADAL" clId="{EA787E7E-A85D-4F6E-9E71-4857E10E65D2}" dt="2026-09-02T19:38:13.026" v="474" actId="1035"/>
          <ac:spMkLst>
            <pc:docMk/>
            <pc:sldMk cId="1966419888" sldId="280"/>
            <ac:spMk id="83" creationId="{B8A42546-E8D7-34DF-E1BD-11D9F26A7B20}"/>
          </ac:spMkLst>
        </pc:spChg>
        <pc:spChg chg="mod">
          <ac:chgData name="SWATI GANGURDE" userId="edc51799-bbc8-4192-b0fe-274ca002c9c9" providerId="ADAL" clId="{EA787E7E-A85D-4F6E-9E71-4857E10E65D2}" dt="2026-09-02T19:39:24.131" v="489" actId="207"/>
          <ac:spMkLst>
            <pc:docMk/>
            <pc:sldMk cId="1966419888" sldId="280"/>
            <ac:spMk id="85" creationId="{BCBFD7B6-E31B-3FA2-CBC7-82C438100848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86" creationId="{0AF8F2FA-911E-DA53-0CD1-E89DC5CA596C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90" creationId="{F98DC536-E1E3-BC33-39B6-7CF0ABCE0A65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91" creationId="{E2B17D87-C73C-4759-3C3F-73F20DDE4885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96" creationId="{F0E3862C-A2BA-E7DF-7524-A0F9D291401E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98" creationId="{D9046566-AB7B-8A2A-DACB-6CBC7AFEE802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101" creationId="{3C9E3B82-4C2F-952A-0FD3-15FAC43BA6D6}"/>
          </ac:spMkLst>
        </pc:spChg>
        <pc:spChg chg="mod">
          <ac:chgData name="SWATI GANGURDE" userId="edc51799-bbc8-4192-b0fe-274ca002c9c9" providerId="ADAL" clId="{EA787E7E-A85D-4F6E-9E71-4857E10E65D2}" dt="2026-09-02T19:39:24.131" v="489" actId="207"/>
          <ac:spMkLst>
            <pc:docMk/>
            <pc:sldMk cId="1966419888" sldId="280"/>
            <ac:spMk id="105" creationId="{97BB8674-F49E-D31C-A4CE-21566967524D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106" creationId="{75CDECA7-0D38-4A73-C94B-CD1B073A37FD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107" creationId="{844A02B2-30B5-43C6-1C4E-DD3804AE37CA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110" creationId="{07F719D9-0869-16E5-9503-EA76E97E72C2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111" creationId="{7DE6C49F-42EF-0C98-AC30-500C2392609D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115" creationId="{5C861568-DC7A-2A6B-4DA0-19E2CAB05714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119" creationId="{891BB70A-EDA1-E7E3-7006-379B71BD9EDD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123" creationId="{8A7DA7C6-9E87-CB8A-4D8E-456114DD6989}"/>
          </ac:spMkLst>
        </pc:spChg>
        <pc:spChg chg="mod">
          <ac:chgData name="SWATI GANGURDE" userId="edc51799-bbc8-4192-b0fe-274ca002c9c9" providerId="ADAL" clId="{EA787E7E-A85D-4F6E-9E71-4857E10E65D2}" dt="2026-09-02T19:39:24.131" v="489" actId="207"/>
          <ac:spMkLst>
            <pc:docMk/>
            <pc:sldMk cId="1966419888" sldId="280"/>
            <ac:spMk id="127" creationId="{5B9B4D19-A3EE-13B0-9EC0-BB80D48414A0}"/>
          </ac:spMkLst>
        </pc:spChg>
        <pc:spChg chg="mod">
          <ac:chgData name="SWATI GANGURDE" userId="edc51799-bbc8-4192-b0fe-274ca002c9c9" providerId="ADAL" clId="{EA787E7E-A85D-4F6E-9E71-4857E10E65D2}" dt="2026-09-02T19:38:41.791" v="484" actId="1035"/>
          <ac:spMkLst>
            <pc:docMk/>
            <pc:sldMk cId="1966419888" sldId="280"/>
            <ac:spMk id="150" creationId="{81747941-60F8-D1C7-3754-24ADC5A6F8B8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155" creationId="{1E029610-2FEE-4854-D4A5-4F540F1ED9C5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167" creationId="{C0860A46-4A40-4081-67DC-B1004E91B652}"/>
          </ac:spMkLst>
        </pc:spChg>
        <pc:spChg chg="del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168" creationId="{2A78C952-E1FF-7BD9-06B5-AB62DD1A2B31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170" creationId="{A412C6D0-1164-EBDC-CD51-0FD9FEDF760F}"/>
          </ac:spMkLst>
        </pc:spChg>
        <pc:spChg chg="del mod replId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171" creationId="{C694ED9E-3ED2-F06C-89A4-45C0DD94019D}"/>
          </ac:spMkLst>
        </pc:spChg>
        <pc:spChg chg="mod">
          <ac:chgData name="SWATI GANGURDE" userId="edc51799-bbc8-4192-b0fe-274ca002c9c9" providerId="ADAL" clId="{EA787E7E-A85D-4F6E-9E71-4857E10E65D2}" dt="2026-09-02T19:37:57.222" v="469" actId="1036"/>
          <ac:spMkLst>
            <pc:docMk/>
            <pc:sldMk cId="1966419888" sldId="280"/>
            <ac:spMk id="175" creationId="{6A697360-AEE2-D143-D154-A869694DAE2D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177" creationId="{69034940-1BCB-A9A8-192A-227CCFDA9D56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178" creationId="{CDA9AD0F-A459-474C-741D-98B008E88AA5}"/>
          </ac:spMkLst>
        </pc:spChg>
        <pc:spChg chg="del">
          <ac:chgData name="SWATI GANGURDE" userId="edc51799-bbc8-4192-b0fe-274ca002c9c9" providerId="ADAL" clId="{EA787E7E-A85D-4F6E-9E71-4857E10E65D2}" dt="2026-09-02T19:42:59.669" v="517" actId="26606"/>
          <ac:spMkLst>
            <pc:docMk/>
            <pc:sldMk cId="1966419888" sldId="280"/>
            <ac:spMk id="179" creationId="{D751BFF2-6727-9353-21AE-A096986FE32A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182" creationId="{56B3D992-A9CD-D71B-9A38-B45163B88CFF}"/>
          </ac:spMkLst>
        </pc:spChg>
        <pc:spChg chg="mod">
          <ac:chgData name="SWATI GANGURDE" userId="edc51799-bbc8-4192-b0fe-274ca002c9c9" providerId="ADAL" clId="{EA787E7E-A85D-4F6E-9E71-4857E10E65D2}" dt="2026-09-02T19:39:24.131" v="489" actId="207"/>
          <ac:spMkLst>
            <pc:docMk/>
            <pc:sldMk cId="1966419888" sldId="280"/>
            <ac:spMk id="184" creationId="{5F98347A-82BC-A53D-DC54-1115BA05BAFC}"/>
          </ac:spMkLst>
        </pc:spChg>
        <pc:spChg chg="mod">
          <ac:chgData name="SWATI GANGURDE" userId="edc51799-bbc8-4192-b0fe-274ca002c9c9" providerId="ADAL" clId="{EA787E7E-A85D-4F6E-9E71-4857E10E65D2}" dt="2026-09-02T19:36:33.525" v="455" actId="26606"/>
          <ac:spMkLst>
            <pc:docMk/>
            <pc:sldMk cId="1966419888" sldId="280"/>
            <ac:spMk id="188" creationId="{BB607CF8-9092-A8FD-A817-503D399CB56D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189" creationId="{63A49602-3450-E26B-63AB-FB3B81573E65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576" creationId="{3E7971A8-953E-C831-79EB-F1F6A3B1FA40}"/>
          </ac:spMkLst>
        </pc:spChg>
        <pc:spChg chg="mod">
          <ac:chgData name="SWATI GANGURDE" userId="edc51799-bbc8-4192-b0fe-274ca002c9c9" providerId="ADAL" clId="{EA787E7E-A85D-4F6E-9E71-4857E10E65D2}" dt="2026-09-02T19:38:22.493" v="476" actId="14100"/>
          <ac:spMkLst>
            <pc:docMk/>
            <pc:sldMk cId="1966419888" sldId="280"/>
            <ac:spMk id="577" creationId="{9A357C49-264E-9348-2657-4E15FF98BE97}"/>
          </ac:spMkLst>
        </pc:spChg>
        <pc:spChg chg="mod replId">
          <ac:chgData name="SWATI GANGURDE" userId="edc51799-bbc8-4192-b0fe-274ca002c9c9" providerId="ADAL" clId="{EA787E7E-A85D-4F6E-9E71-4857E10E65D2}" dt="2026-09-02T19:42:59.559" v="516" actId="26606"/>
          <ac:spMkLst>
            <pc:docMk/>
            <pc:sldMk cId="1966419888" sldId="280"/>
            <ac:spMk id="578" creationId="{6CAA4ED7-81CB-1C0A-6581-81CF3B6A493F}"/>
          </ac:spMkLst>
        </pc:spChg>
        <pc:spChg chg="mod">
          <ac:chgData name="SWATI GANGURDE" userId="edc51799-bbc8-4192-b0fe-274ca002c9c9" providerId="ADAL" clId="{EA787E7E-A85D-4F6E-9E71-4857E10E65D2}" dt="2026-09-02T19:38:31.884" v="478" actId="14100"/>
          <ac:spMkLst>
            <pc:docMk/>
            <pc:sldMk cId="1966419888" sldId="280"/>
            <ac:spMk id="579" creationId="{C48DCC61-3172-75ED-C9C5-B07DAEA019F6}"/>
          </ac:spMkLst>
        </pc:spChg>
        <pc:spChg chg="add del">
          <ac:chgData name="SWATI GANGURDE" userId="edc51799-bbc8-4192-b0fe-274ca002c9c9" providerId="ADAL" clId="{EA787E7E-A85D-4F6E-9E71-4857E10E65D2}" dt="2026-09-02T19:55:42.963" v="839" actId="26606"/>
          <ac:spMkLst>
            <pc:docMk/>
            <pc:sldMk cId="1966419888" sldId="280"/>
            <ac:spMk id="586" creationId="{53F29798-D584-4792-9B62-3F5F5C36D619}"/>
          </ac:spMkLst>
        </pc:spChg>
        <pc:spChg chg="add del">
          <ac:chgData name="SWATI GANGURDE" userId="edc51799-bbc8-4192-b0fe-274ca002c9c9" providerId="ADAL" clId="{EA787E7E-A85D-4F6E-9E71-4857E10E65D2}" dt="2026-09-02T19:55:45.667" v="841" actId="26606"/>
          <ac:spMkLst>
            <pc:docMk/>
            <pc:sldMk cId="1966419888" sldId="280"/>
            <ac:spMk id="588" creationId="{D12DDE76-C203-4047-9998-63900085B5E8}"/>
          </ac:spMkLst>
        </pc:spChg>
        <pc:spChg chg="add del">
          <ac:chgData name="SWATI GANGURDE" userId="edc51799-bbc8-4192-b0fe-274ca002c9c9" providerId="ADAL" clId="{EA787E7E-A85D-4F6E-9E71-4857E10E65D2}" dt="2026-09-02T19:58:50.205" v="858" actId="22"/>
          <ac:spMkLst>
            <pc:docMk/>
            <pc:sldMk cId="1966419888" sldId="280"/>
            <ac:spMk id="589" creationId="{9FB57962-7C27-240F-FD63-4F07FDFD63D1}"/>
          </ac:spMkLst>
        </pc:spChg>
        <pc:spChg chg="add del">
          <ac:chgData name="SWATI GANGURDE" userId="edc51799-bbc8-4192-b0fe-274ca002c9c9" providerId="ADAL" clId="{EA787E7E-A85D-4F6E-9E71-4857E10E65D2}" dt="2026-09-02T19:55:49.983" v="843" actId="26606"/>
          <ac:spMkLst>
            <pc:docMk/>
            <pc:sldMk cId="1966419888" sldId="280"/>
            <ac:spMk id="590" creationId="{D07DD2DE-F619-49DD-B5E7-03A290FF4ED1}"/>
          </ac:spMkLst>
        </pc:spChg>
        <pc:spChg chg="add del">
          <ac:chgData name="SWATI GANGURDE" userId="edc51799-bbc8-4192-b0fe-274ca002c9c9" providerId="ADAL" clId="{EA787E7E-A85D-4F6E-9E71-4857E10E65D2}" dt="2026-09-02T19:55:49.983" v="843" actId="26606"/>
          <ac:spMkLst>
            <pc:docMk/>
            <pc:sldMk cId="1966419888" sldId="280"/>
            <ac:spMk id="591" creationId="{A8384FB5-9ADC-4DDC-881B-597D56F5B15D}"/>
          </ac:spMkLst>
        </pc:spChg>
        <pc:spChg chg="add del">
          <ac:chgData name="SWATI GANGURDE" userId="edc51799-bbc8-4192-b0fe-274ca002c9c9" providerId="ADAL" clId="{EA787E7E-A85D-4F6E-9E71-4857E10E65D2}" dt="2026-09-02T19:55:49.983" v="843" actId="26606"/>
          <ac:spMkLst>
            <pc:docMk/>
            <pc:sldMk cId="1966419888" sldId="280"/>
            <ac:spMk id="592" creationId="{85149191-5F60-4A28-AAFF-039F96B0F3EC}"/>
          </ac:spMkLst>
        </pc:spChg>
        <pc:spChg chg="add del">
          <ac:chgData name="SWATI GANGURDE" userId="edc51799-bbc8-4192-b0fe-274ca002c9c9" providerId="ADAL" clId="{EA787E7E-A85D-4F6E-9E71-4857E10E65D2}" dt="2026-09-02T19:55:49.983" v="843" actId="26606"/>
          <ac:spMkLst>
            <pc:docMk/>
            <pc:sldMk cId="1966419888" sldId="280"/>
            <ac:spMk id="593" creationId="{91E5A9A7-95C6-4F4F-B00E-C82E07FE62EF}"/>
          </ac:spMkLst>
        </pc:spChg>
        <pc:spChg chg="add del">
          <ac:chgData name="SWATI GANGURDE" userId="edc51799-bbc8-4192-b0fe-274ca002c9c9" providerId="ADAL" clId="{EA787E7E-A85D-4F6E-9E71-4857E10E65D2}" dt="2026-09-02T19:55:49.983" v="843" actId="26606"/>
          <ac:spMkLst>
            <pc:docMk/>
            <pc:sldMk cId="1966419888" sldId="280"/>
            <ac:spMk id="594" creationId="{F8260ED5-17F7-4158-B241-D51DD4CF1B7E}"/>
          </ac:spMkLst>
        </pc:spChg>
        <pc:spChg chg="add del">
          <ac:chgData name="SWATI GANGURDE" userId="edc51799-bbc8-4192-b0fe-274ca002c9c9" providerId="ADAL" clId="{EA787E7E-A85D-4F6E-9E71-4857E10E65D2}" dt="2026-09-02T19:58:50.205" v="858" actId="22"/>
          <ac:spMkLst>
            <pc:docMk/>
            <pc:sldMk cId="1966419888" sldId="280"/>
            <ac:spMk id="596" creationId="{3CD3B0E4-B227-9E3F-4D17-8B80F03E99AD}"/>
          </ac:spMkLst>
        </pc:spChg>
        <pc:spChg chg="add del">
          <ac:chgData name="SWATI GANGURDE" userId="edc51799-bbc8-4192-b0fe-274ca002c9c9" providerId="ADAL" clId="{EA787E7E-A85D-4F6E-9E71-4857E10E65D2}" dt="2026-09-02T19:59:21.173" v="865" actId="478"/>
          <ac:spMkLst>
            <pc:docMk/>
            <pc:sldMk cId="1966419888" sldId="280"/>
            <ac:spMk id="598" creationId="{10746AC6-8A54-3A2F-676D-BF3421735761}"/>
          </ac:spMkLst>
        </pc:spChg>
        <pc:spChg chg="mod">
          <ac:chgData name="SWATI GANGURDE" userId="edc51799-bbc8-4192-b0fe-274ca002c9c9" providerId="ADAL" clId="{EA787E7E-A85D-4F6E-9E71-4857E10E65D2}" dt="2026-09-02T19:39:46.067" v="511" actId="1036"/>
          <ac:spMkLst>
            <pc:docMk/>
            <pc:sldMk cId="1966419888" sldId="280"/>
            <ac:spMk id="60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9:46.067" v="511" actId="1036"/>
          <ac:spMkLst>
            <pc:docMk/>
            <pc:sldMk cId="1966419888" sldId="280"/>
            <ac:spMk id="60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9:46.067" v="511" actId="1036"/>
          <ac:spMkLst>
            <pc:docMk/>
            <pc:sldMk cId="1966419888" sldId="280"/>
            <ac:spMk id="60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9:46.067" v="511" actId="1036"/>
          <ac:spMkLst>
            <pc:docMk/>
            <pc:sldMk cId="1966419888" sldId="280"/>
            <ac:spMk id="60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9:46.067" v="511" actId="1036"/>
          <ac:spMkLst>
            <pc:docMk/>
            <pc:sldMk cId="1966419888" sldId="280"/>
            <ac:spMk id="60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9:46.067" v="511" actId="1036"/>
          <ac:spMkLst>
            <pc:docMk/>
            <pc:sldMk cId="1966419888" sldId="280"/>
            <ac:spMk id="60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39:46.067" v="511" actId="1036"/>
          <ac:spMkLst>
            <pc:docMk/>
            <pc:sldMk cId="1966419888" sldId="280"/>
            <ac:spMk id="606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19:59:18.198" v="864" actId="1076"/>
          <ac:spMkLst>
            <pc:docMk/>
            <pc:sldMk cId="1966419888" sldId="280"/>
            <ac:spMk id="607" creationId="{D636F44E-B039-1AF4-E446-61565D6D5979}"/>
          </ac:spMkLst>
        </pc:spChg>
        <pc:spChg chg="add del ord">
          <ac:chgData name="SWATI GANGURDE" userId="edc51799-bbc8-4192-b0fe-274ca002c9c9" providerId="ADAL" clId="{EA787E7E-A85D-4F6E-9E71-4857E10E65D2}" dt="2026-09-02T19:59:22.356" v="866" actId="478"/>
          <ac:spMkLst>
            <pc:docMk/>
            <pc:sldMk cId="1966419888" sldId="280"/>
            <ac:spMk id="609" creationId="{942AEC12-18B5-CD11-216C-748E33B97B24}"/>
          </ac:spMkLst>
        </pc:spChg>
        <pc:spChg chg="add del ord">
          <ac:chgData name="SWATI GANGURDE" userId="edc51799-bbc8-4192-b0fe-274ca002c9c9" providerId="ADAL" clId="{EA787E7E-A85D-4F6E-9E71-4857E10E65D2}" dt="2026-09-02T19:59:21.173" v="865" actId="478"/>
          <ac:spMkLst>
            <pc:docMk/>
            <pc:sldMk cId="1966419888" sldId="280"/>
            <ac:spMk id="611" creationId="{4CCC88AD-5D94-7AA8-784D-97712C1211A6}"/>
          </ac:spMkLst>
        </pc:spChg>
        <pc:spChg chg="add mod">
          <ac:chgData name="SWATI GANGURDE" userId="edc51799-bbc8-4192-b0fe-274ca002c9c9" providerId="ADAL" clId="{EA787E7E-A85D-4F6E-9E71-4857E10E65D2}" dt="2026-09-02T20:24:56.957" v="1014" actId="14100"/>
          <ac:spMkLst>
            <pc:docMk/>
            <pc:sldMk cId="1966419888" sldId="280"/>
            <ac:spMk id="613" creationId="{62057625-4C89-CA25-ADFC-A2E2144E5FEE}"/>
          </ac:spMkLst>
        </pc:spChg>
        <pc:spChg chg="add mod">
          <ac:chgData name="SWATI GANGURDE" userId="edc51799-bbc8-4192-b0fe-274ca002c9c9" providerId="ADAL" clId="{EA787E7E-A85D-4F6E-9E71-4857E10E65D2}" dt="2026-09-02T20:24:51.564" v="1013" actId="1076"/>
          <ac:spMkLst>
            <pc:docMk/>
            <pc:sldMk cId="1966419888" sldId="280"/>
            <ac:spMk id="615" creationId="{3B7C80B2-E11B-D166-69B9-E44AA27DC8A8}"/>
          </ac:spMkLst>
        </pc:spChg>
        <pc:spChg chg="add mod">
          <ac:chgData name="SWATI GANGURDE" userId="edc51799-bbc8-4192-b0fe-274ca002c9c9" providerId="ADAL" clId="{EA787E7E-A85D-4F6E-9E71-4857E10E65D2}" dt="2026-09-02T20:23:34.517" v="991" actId="1038"/>
          <ac:spMkLst>
            <pc:docMk/>
            <pc:sldMk cId="1966419888" sldId="280"/>
            <ac:spMk id="617" creationId="{0D75266A-608C-D17B-138A-6F66EBB40C65}"/>
          </ac:spMkLst>
        </pc:spChg>
        <pc:picChg chg="add mod">
          <ac:chgData name="SWATI GANGURDE" userId="edc51799-bbc8-4192-b0fe-274ca002c9c9" providerId="ADAL" clId="{EA787E7E-A85D-4F6E-9E71-4857E10E65D2}" dt="2026-09-02T20:24:27.042" v="1009" actId="1037"/>
          <ac:picMkLst>
            <pc:docMk/>
            <pc:sldMk cId="1966419888" sldId="280"/>
            <ac:picMk id="581" creationId="{75782B78-A81B-E784-5C18-0538DAC653B9}"/>
          </ac:picMkLst>
        </pc:picChg>
        <pc:picChg chg="add mod">
          <ac:chgData name="SWATI GANGURDE" userId="edc51799-bbc8-4192-b0fe-274ca002c9c9" providerId="ADAL" clId="{EA787E7E-A85D-4F6E-9E71-4857E10E65D2}" dt="2026-09-02T20:25:41.832" v="1041" actId="1035"/>
          <ac:picMkLst>
            <pc:docMk/>
            <pc:sldMk cId="1966419888" sldId="280"/>
            <ac:picMk id="583" creationId="{05ADD5B1-D6F7-AC87-F7A8-5DB58EED7482}"/>
          </ac:picMkLst>
        </pc:picChg>
        <pc:picChg chg="add mod">
          <ac:chgData name="SWATI GANGURDE" userId="edc51799-bbc8-4192-b0fe-274ca002c9c9" providerId="ADAL" clId="{EA787E7E-A85D-4F6E-9E71-4857E10E65D2}" dt="2026-09-02T20:36:26.569" v="1125" actId="26606"/>
          <ac:picMkLst>
            <pc:docMk/>
            <pc:sldMk cId="1966419888" sldId="280"/>
            <ac:picMk id="585" creationId="{35FA5BF8-1914-E498-ED5B-80FAE9CC3E90}"/>
          </ac:picMkLst>
        </pc:picChg>
      </pc:sldChg>
      <pc:sldChg chg="addSp delSp modSp add del mod">
        <pc:chgData name="SWATI GANGURDE" userId="edc51799-bbc8-4192-b0fe-274ca002c9c9" providerId="ADAL" clId="{EA787E7E-A85D-4F6E-9E71-4857E10E65D2}" dt="2026-09-02T20:00:12.562" v="876" actId="47"/>
        <pc:sldMkLst>
          <pc:docMk/>
          <pc:sldMk cId="1966419888" sldId="281"/>
        </pc:sldMkLst>
        <pc:spChg chg="add del">
          <ac:chgData name="SWATI GANGURDE" userId="edc51799-bbc8-4192-b0fe-274ca002c9c9" providerId="ADAL" clId="{EA787E7E-A85D-4F6E-9E71-4857E10E65D2}" dt="2026-09-02T19:50:49.071" v="749" actId="22"/>
          <ac:spMkLst>
            <pc:docMk/>
            <pc:sldMk cId="1966419888" sldId="281"/>
            <ac:spMk id="3" creationId="{A7AE302D-9A59-3E9E-EB90-7AA9AE9B5A3C}"/>
          </ac:spMkLst>
        </pc:spChg>
        <pc:spChg chg="add del">
          <ac:chgData name="SWATI GANGURDE" userId="edc51799-bbc8-4192-b0fe-274ca002c9c9" providerId="ADAL" clId="{EA787E7E-A85D-4F6E-9E71-4857E10E65D2}" dt="2026-09-02T19:50:49.071" v="749" actId="22"/>
          <ac:spMkLst>
            <pc:docMk/>
            <pc:sldMk cId="1966419888" sldId="281"/>
            <ac:spMk id="5" creationId="{0B0A9E5B-5ACA-3A57-D6CF-295832579BBC}"/>
          </ac:spMkLst>
        </pc:spChg>
        <pc:spChg chg="add del">
          <ac:chgData name="SWATI GANGURDE" userId="edc51799-bbc8-4192-b0fe-274ca002c9c9" providerId="ADAL" clId="{EA787E7E-A85D-4F6E-9E71-4857E10E65D2}" dt="2026-09-02T19:50:49.071" v="749" actId="22"/>
          <ac:spMkLst>
            <pc:docMk/>
            <pc:sldMk cId="1966419888" sldId="281"/>
            <ac:spMk id="7" creationId="{B0F045AE-E61F-247F-AF64-6F8E2AE1B9B1}"/>
          </ac:spMkLst>
        </pc:spChg>
        <pc:spChg chg="add del">
          <ac:chgData name="SWATI GANGURDE" userId="edc51799-bbc8-4192-b0fe-274ca002c9c9" providerId="ADAL" clId="{EA787E7E-A85D-4F6E-9E71-4857E10E65D2}" dt="2026-09-02T19:50:49.071" v="749" actId="22"/>
          <ac:spMkLst>
            <pc:docMk/>
            <pc:sldMk cId="1966419888" sldId="281"/>
            <ac:spMk id="9" creationId="{E52E78E3-9008-D5AC-E925-C0FCC782F716}"/>
          </ac:spMkLst>
        </pc:spChg>
        <pc:spChg chg="add del">
          <ac:chgData name="SWATI GANGURDE" userId="edc51799-bbc8-4192-b0fe-274ca002c9c9" providerId="ADAL" clId="{EA787E7E-A85D-4F6E-9E71-4857E10E65D2}" dt="2026-09-02T19:50:49.071" v="749" actId="22"/>
          <ac:spMkLst>
            <pc:docMk/>
            <pc:sldMk cId="1966419888" sldId="281"/>
            <ac:spMk id="11" creationId="{068EC840-6FB6-13CA-41B6-863F40CAB20B}"/>
          </ac:spMkLst>
        </pc:spChg>
        <pc:spChg chg="add del">
          <ac:chgData name="SWATI GANGURDE" userId="edc51799-bbc8-4192-b0fe-274ca002c9c9" providerId="ADAL" clId="{EA787E7E-A85D-4F6E-9E71-4857E10E65D2}" dt="2026-09-02T19:50:49.071" v="749" actId="22"/>
          <ac:spMkLst>
            <pc:docMk/>
            <pc:sldMk cId="1966419888" sldId="281"/>
            <ac:spMk id="13" creationId="{A9732952-0A42-9894-15F9-E3B7CA14B322}"/>
          </ac:spMkLst>
        </pc:spChg>
        <pc:spChg chg="add del">
          <ac:chgData name="SWATI GANGURDE" userId="edc51799-bbc8-4192-b0fe-274ca002c9c9" providerId="ADAL" clId="{EA787E7E-A85D-4F6E-9E71-4857E10E65D2}" dt="2026-09-02T19:50:49.071" v="749" actId="22"/>
          <ac:spMkLst>
            <pc:docMk/>
            <pc:sldMk cId="1966419888" sldId="281"/>
            <ac:spMk id="15" creationId="{1F67B12C-C7F1-DE7D-DD00-5515A3FD7DF2}"/>
          </ac:spMkLst>
        </pc:spChg>
        <pc:spChg chg="add mod">
          <ac:chgData name="SWATI GANGURDE" userId="edc51799-bbc8-4192-b0fe-274ca002c9c9" providerId="ADAL" clId="{EA787E7E-A85D-4F6E-9E71-4857E10E65D2}" dt="2026-09-02T19:51:08.891" v="753" actId="113"/>
          <ac:spMkLst>
            <pc:docMk/>
            <pc:sldMk cId="1966419888" sldId="281"/>
            <ac:spMk id="17" creationId="{8CBA0A98-8BBD-EA29-7D29-12CCC7AA7C98}"/>
          </ac:spMkLst>
        </pc:spChg>
        <pc:spChg chg="add mod">
          <ac:chgData name="SWATI GANGURDE" userId="edc51799-bbc8-4192-b0fe-274ca002c9c9" providerId="ADAL" clId="{EA787E7E-A85D-4F6E-9E71-4857E10E65D2}" dt="2026-09-02T19:51:08.891" v="753" actId="113"/>
          <ac:spMkLst>
            <pc:docMk/>
            <pc:sldMk cId="1966419888" sldId="281"/>
            <ac:spMk id="19" creationId="{2DE0D4A2-119F-A7C8-0437-89C5417EF901}"/>
          </ac:spMkLst>
        </pc:spChg>
        <pc:spChg chg="add mod">
          <ac:chgData name="SWATI GANGURDE" userId="edc51799-bbc8-4192-b0fe-274ca002c9c9" providerId="ADAL" clId="{EA787E7E-A85D-4F6E-9E71-4857E10E65D2}" dt="2026-09-02T19:51:08.891" v="753" actId="113"/>
          <ac:spMkLst>
            <pc:docMk/>
            <pc:sldMk cId="1966419888" sldId="281"/>
            <ac:spMk id="21" creationId="{87E45014-14D0-B0BB-35A9-5364CEBB7EEF}"/>
          </ac:spMkLst>
        </pc:spChg>
        <pc:spChg chg="add mod">
          <ac:chgData name="SWATI GANGURDE" userId="edc51799-bbc8-4192-b0fe-274ca002c9c9" providerId="ADAL" clId="{EA787E7E-A85D-4F6E-9E71-4857E10E65D2}" dt="2026-09-02T19:51:08.891" v="753" actId="113"/>
          <ac:spMkLst>
            <pc:docMk/>
            <pc:sldMk cId="1966419888" sldId="281"/>
            <ac:spMk id="23" creationId="{55E8E8D6-6CD6-CC5D-22C6-AB92526F1579}"/>
          </ac:spMkLst>
        </pc:spChg>
        <pc:spChg chg="add mod">
          <ac:chgData name="SWATI GANGURDE" userId="edc51799-bbc8-4192-b0fe-274ca002c9c9" providerId="ADAL" clId="{EA787E7E-A85D-4F6E-9E71-4857E10E65D2}" dt="2026-09-02T19:51:08.891" v="753" actId="113"/>
          <ac:spMkLst>
            <pc:docMk/>
            <pc:sldMk cId="1966419888" sldId="281"/>
            <ac:spMk id="25" creationId="{DC613616-F96A-7CAD-1FBB-9FDDB3F07BCF}"/>
          </ac:spMkLst>
        </pc:spChg>
        <pc:spChg chg="add mod">
          <ac:chgData name="SWATI GANGURDE" userId="edc51799-bbc8-4192-b0fe-274ca002c9c9" providerId="ADAL" clId="{EA787E7E-A85D-4F6E-9E71-4857E10E65D2}" dt="2026-09-02T19:51:08.891" v="753" actId="113"/>
          <ac:spMkLst>
            <pc:docMk/>
            <pc:sldMk cId="1966419888" sldId="281"/>
            <ac:spMk id="27" creationId="{F0F43CD1-0BEB-4703-59CD-5B19DDBC5281}"/>
          </ac:spMkLst>
        </pc:spChg>
        <pc:spChg chg="add mod">
          <ac:chgData name="SWATI GANGURDE" userId="edc51799-bbc8-4192-b0fe-274ca002c9c9" providerId="ADAL" clId="{EA787E7E-A85D-4F6E-9E71-4857E10E65D2}" dt="2026-09-02T19:52:51.101" v="781" actId="207"/>
          <ac:spMkLst>
            <pc:docMk/>
            <pc:sldMk cId="1966419888" sldId="281"/>
            <ac:spMk id="29" creationId="{E44F38A9-9AA3-C27F-1499-32EAD6DB000C}"/>
          </ac:spMkLst>
        </pc:spChg>
        <pc:spChg chg="add mod">
          <ac:chgData name="SWATI GANGURDE" userId="edc51799-bbc8-4192-b0fe-274ca002c9c9" providerId="ADAL" clId="{EA787E7E-A85D-4F6E-9E71-4857E10E65D2}" dt="2026-09-02T19:52:51.101" v="781" actId="207"/>
          <ac:spMkLst>
            <pc:docMk/>
            <pc:sldMk cId="1966419888" sldId="281"/>
            <ac:spMk id="31" creationId="{190BF48C-CE6D-DF39-D467-49E3C9F72D2A}"/>
          </ac:spMkLst>
        </pc:spChg>
        <pc:spChg chg="add mod">
          <ac:chgData name="SWATI GANGURDE" userId="edc51799-bbc8-4192-b0fe-274ca002c9c9" providerId="ADAL" clId="{EA787E7E-A85D-4F6E-9E71-4857E10E65D2}" dt="2026-09-02T19:54:07.648" v="822" actId="1035"/>
          <ac:spMkLst>
            <pc:docMk/>
            <pc:sldMk cId="1966419888" sldId="281"/>
            <ac:spMk id="33" creationId="{2AEEC77A-1D63-AAAD-486C-1E04D38829ED}"/>
          </ac:spMkLst>
        </pc:spChg>
        <pc:spChg chg="add mod">
          <ac:chgData name="SWATI GANGURDE" userId="edc51799-bbc8-4192-b0fe-274ca002c9c9" providerId="ADAL" clId="{EA787E7E-A85D-4F6E-9E71-4857E10E65D2}" dt="2026-09-02T19:52:51.101" v="781" actId="207"/>
          <ac:spMkLst>
            <pc:docMk/>
            <pc:sldMk cId="1966419888" sldId="281"/>
            <ac:spMk id="35" creationId="{56B88F87-778F-080E-EDFD-C42225978DAE}"/>
          </ac:spMkLst>
        </pc:spChg>
        <pc:spChg chg="add mod">
          <ac:chgData name="SWATI GANGURDE" userId="edc51799-bbc8-4192-b0fe-274ca002c9c9" providerId="ADAL" clId="{EA787E7E-A85D-4F6E-9E71-4857E10E65D2}" dt="2026-09-02T19:52:51.101" v="781" actId="207"/>
          <ac:spMkLst>
            <pc:docMk/>
            <pc:sldMk cId="1966419888" sldId="281"/>
            <ac:spMk id="37" creationId="{52D65275-426E-D03F-46FC-5E4E68B9A323}"/>
          </ac:spMkLst>
        </pc:spChg>
        <pc:spChg chg="add mod">
          <ac:chgData name="SWATI GANGURDE" userId="edc51799-bbc8-4192-b0fe-274ca002c9c9" providerId="ADAL" clId="{EA787E7E-A85D-4F6E-9E71-4857E10E65D2}" dt="2026-09-02T19:52:51.101" v="781" actId="207"/>
          <ac:spMkLst>
            <pc:docMk/>
            <pc:sldMk cId="1966419888" sldId="281"/>
            <ac:spMk id="39" creationId="{00ECA5C2-CF11-0C7F-F41F-07599DFF2543}"/>
          </ac:spMkLst>
        </pc:spChg>
        <pc:spChg chg="add mod">
          <ac:chgData name="SWATI GANGURDE" userId="edc51799-bbc8-4192-b0fe-274ca002c9c9" providerId="ADAL" clId="{EA787E7E-A85D-4F6E-9E71-4857E10E65D2}" dt="2026-09-02T19:52:51.101" v="781" actId="207"/>
          <ac:spMkLst>
            <pc:docMk/>
            <pc:sldMk cId="1966419888" sldId="281"/>
            <ac:spMk id="41" creationId="{0436877D-BDCB-43FA-360F-F19BB14D9AF6}"/>
          </ac:spMkLst>
        </pc:spChg>
        <pc:spChg chg="mod">
          <ac:chgData name="SWATI GANGURDE" userId="edc51799-bbc8-4192-b0fe-274ca002c9c9" providerId="ADAL" clId="{EA787E7E-A85D-4F6E-9E71-4857E10E65D2}" dt="2026-09-02T19:51:45.381" v="776" actId="207"/>
          <ac:spMkLst>
            <pc:docMk/>
            <pc:sldMk cId="1966419888" sldId="281"/>
            <ac:spMk id="10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1:22.319" v="769" actId="1036"/>
          <ac:spMkLst>
            <pc:docMk/>
            <pc:sldMk cId="1966419888" sldId="281"/>
            <ac:spMk id="10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1:22.319" v="769" actId="1036"/>
          <ac:spMkLst>
            <pc:docMk/>
            <pc:sldMk cId="1966419888" sldId="281"/>
            <ac:spMk id="10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1:22.319" v="769" actId="1036"/>
          <ac:spMkLst>
            <pc:docMk/>
            <pc:sldMk cId="1966419888" sldId="281"/>
            <ac:spMk id="11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1:27.680" v="775" actId="1036"/>
          <ac:spMkLst>
            <pc:docMk/>
            <pc:sldMk cId="1966419888" sldId="281"/>
            <ac:spMk id="11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1:22.319" v="769" actId="1036"/>
          <ac:spMkLst>
            <pc:docMk/>
            <pc:sldMk cId="1966419888" sldId="281"/>
            <ac:spMk id="11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1:27.680" v="775" actId="1036"/>
          <ac:spMkLst>
            <pc:docMk/>
            <pc:sldMk cId="1966419888" sldId="281"/>
            <ac:spMk id="11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3:54.807" v="818" actId="1035"/>
          <ac:spMkLst>
            <pc:docMk/>
            <pc:sldMk cId="1966419888" sldId="281"/>
            <ac:spMk id="11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3:54.807" v="818" actId="1035"/>
          <ac:spMkLst>
            <pc:docMk/>
            <pc:sldMk cId="1966419888" sldId="281"/>
            <ac:spMk id="12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3:54.807" v="818" actId="1035"/>
          <ac:spMkLst>
            <pc:docMk/>
            <pc:sldMk cId="1966419888" sldId="281"/>
            <ac:spMk id="12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3:54.807" v="818" actId="1035"/>
          <ac:spMkLst>
            <pc:docMk/>
            <pc:sldMk cId="1966419888" sldId="281"/>
            <ac:spMk id="12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3:54.807" v="818" actId="1035"/>
          <ac:spMkLst>
            <pc:docMk/>
            <pc:sldMk cId="1966419888" sldId="281"/>
            <ac:spMk id="12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3:54.807" v="818" actId="1035"/>
          <ac:spMkLst>
            <pc:docMk/>
            <pc:sldMk cId="1966419888" sldId="281"/>
            <ac:spMk id="12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3:54.807" v="818" actId="1035"/>
          <ac:spMkLst>
            <pc:docMk/>
            <pc:sldMk cId="1966419888" sldId="281"/>
            <ac:spMk id="12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2:03.499" v="777" actId="207"/>
          <ac:spMkLst>
            <pc:docMk/>
            <pc:sldMk cId="1966419888" sldId="281"/>
            <ac:spMk id="15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19:52:16.094" v="778" actId="207"/>
          <ac:spMkLst>
            <pc:docMk/>
            <pc:sldMk cId="1966419888" sldId="281"/>
            <ac:spMk id="164" creationId="{00000000-0000-0000-0000-000000000000}"/>
          </ac:spMkLst>
        </pc:spChg>
      </pc:sldChg>
      <pc:sldChg chg="addSp delSp modSp new mod ord setBg">
        <pc:chgData name="SWATI GANGURDE" userId="edc51799-bbc8-4192-b0fe-274ca002c9c9" providerId="ADAL" clId="{EA787E7E-A85D-4F6E-9E71-4857E10E65D2}" dt="2026-09-02T20:45:22.722" v="1297" actId="108"/>
        <pc:sldMkLst>
          <pc:docMk/>
          <pc:sldMk cId="2397210719" sldId="281"/>
        </pc:sldMkLst>
        <pc:spChg chg="add del mod">
          <ac:chgData name="SWATI GANGURDE" userId="edc51799-bbc8-4192-b0fe-274ca002c9c9" providerId="ADAL" clId="{EA787E7E-A85D-4F6E-9E71-4857E10E65D2}" dt="2026-09-02T20:33:35.821" v="1124" actId="478"/>
          <ac:spMkLst>
            <pc:docMk/>
            <pc:sldMk cId="2397210719" sldId="281"/>
            <ac:spMk id="3" creationId="{FED98FDC-52DC-6E80-BE6A-0F88034ED0FF}"/>
          </ac:spMkLst>
        </pc:spChg>
        <pc:spChg chg="del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11" creationId="{3F9A3FCA-A61E-23D2-1DBF-A03014A0D1C2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15" creationId="{E2125A87-5B4D-F668-CCCB-90E660D5268C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17" creationId="{7DF8F20D-38B3-62C5-9816-DBCE052362B3}"/>
          </ac:spMkLst>
        </pc:spChg>
        <pc:spChg chg="del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31" creationId="{F1EC1F68-7ACD-7D94-9CB7-89E2952A5615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51" creationId="{E4766495-8768-CAB1-A8C3-C04270E61363}"/>
          </ac:spMkLst>
        </pc:spChg>
        <pc:spChg chg="del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55" creationId="{B3C9E2A6-D9C1-4383-C811-940A0A8C1E07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59" creationId="{916F0593-8F51-E890-E904-424B00991E80}"/>
          </ac:spMkLst>
        </pc:spChg>
        <pc:spChg chg="del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65" creationId="{5F83B758-282D-32DC-DCD2-BC8B3FB47994}"/>
          </ac:spMkLst>
        </pc:spChg>
        <pc:spChg chg="del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97" creationId="{B7E3225B-844F-E689-CA92-43053AA33814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115" creationId="{80D9F2A5-A792-63F1-99FE-D21A24FA5F05}"/>
          </ac:spMkLst>
        </pc:spChg>
        <pc:spChg chg="del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119" creationId="{2EE56D3A-2FA7-063B-D4E8-311286AC953C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123" creationId="{B5A93230-68CB-ABF5-8E4A-320E3C3E6803}"/>
          </ac:spMkLst>
        </pc:spChg>
        <pc:spChg chg="del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133" creationId="{96F78619-8D89-E43C-79E1-47ADAE414EA3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135" creationId="{1D92E743-DE57-F288-A608-42CD7BDFD2A7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137" creationId="{4EE80F25-E93C-BA04-CACF-95AA65C8A229}"/>
          </ac:spMkLst>
        </pc:spChg>
        <pc:spChg chg="add mod">
          <ac:chgData name="SWATI GANGURDE" userId="edc51799-bbc8-4192-b0fe-274ca002c9c9" providerId="ADAL" clId="{EA787E7E-A85D-4F6E-9E71-4857E10E65D2}" dt="2026-09-02T20:33:24.194" v="1123" actId="1037"/>
          <ac:spMkLst>
            <pc:docMk/>
            <pc:sldMk cId="2397210719" sldId="281"/>
            <ac:spMk id="163" creationId="{4C650541-2EC6-17AA-6442-A9C88AA7F716}"/>
          </ac:spMkLst>
        </pc:spChg>
        <pc:spChg chg="mod">
          <ac:chgData name="SWATI GANGURDE" userId="edc51799-bbc8-4192-b0fe-274ca002c9c9" providerId="ADAL" clId="{EA787E7E-A85D-4F6E-9E71-4857E10E65D2}" dt="2026-09-02T20:45:00.243" v="1295" actId="207"/>
          <ac:spMkLst>
            <pc:docMk/>
            <pc:sldMk cId="2397210719" sldId="281"/>
            <ac:spMk id="402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20:45:18.022" v="1296" actId="108"/>
          <ac:spMkLst>
            <pc:docMk/>
            <pc:sldMk cId="2397210719" sldId="281"/>
            <ac:spMk id="40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5:22.722" v="1297" actId="108"/>
          <ac:spMkLst>
            <pc:docMk/>
            <pc:sldMk cId="2397210719" sldId="281"/>
            <ac:spMk id="40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7:47.165" v="1129" actId="207"/>
          <ac:spMkLst>
            <pc:docMk/>
            <pc:sldMk cId="2397210719" sldId="281"/>
            <ac:spMk id="40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7:44.910" v="1128" actId="207"/>
          <ac:spMkLst>
            <pc:docMk/>
            <pc:sldMk cId="2397210719" sldId="281"/>
            <ac:spMk id="40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9:13.227" v="1132" actId="1076"/>
          <ac:spMkLst>
            <pc:docMk/>
            <pc:sldMk cId="2397210719" sldId="281"/>
            <ac:spMk id="40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3:45.275" v="1279" actId="207"/>
          <ac:spMkLst>
            <pc:docMk/>
            <pc:sldMk cId="2397210719" sldId="281"/>
            <ac:spMk id="41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3:41.320" v="1278" actId="207"/>
          <ac:spMkLst>
            <pc:docMk/>
            <pc:sldMk cId="2397210719" sldId="281"/>
            <ac:spMk id="41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9:31.146" v="1133" actId="208"/>
          <ac:spMkLst>
            <pc:docMk/>
            <pc:sldMk cId="2397210719" sldId="281"/>
            <ac:spMk id="418" creationId="{00000000-0000-0000-0000-000000000000}"/>
          </ac:spMkLst>
        </pc:spChg>
        <pc:spChg chg="add mod">
          <ac:chgData name="SWATI GANGURDE" userId="edc51799-bbc8-4192-b0fe-274ca002c9c9" providerId="ADAL" clId="{EA787E7E-A85D-4F6E-9E71-4857E10E65D2}" dt="2026-09-02T20:43:53.449" v="1280" actId="108"/>
          <ac:spMkLst>
            <pc:docMk/>
            <pc:sldMk cId="2397210719" sldId="281"/>
            <ac:spMk id="421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18.280" v="1287" actId="108"/>
          <ac:spMkLst>
            <pc:docMk/>
            <pc:sldMk cId="2397210719" sldId="281"/>
            <ac:spMk id="422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9:31.146" v="1133" actId="208"/>
          <ac:spMkLst>
            <pc:docMk/>
            <pc:sldMk cId="2397210719" sldId="281"/>
            <ac:spMk id="42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3:55.472" v="1281" actId="108"/>
          <ac:spMkLst>
            <pc:docMk/>
            <pc:sldMk cId="2397210719" sldId="281"/>
            <ac:spMk id="429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20.411" v="1288" actId="108"/>
          <ac:spMkLst>
            <pc:docMk/>
            <pc:sldMk cId="2397210719" sldId="281"/>
            <ac:spMk id="43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9:31.146" v="1133" actId="208"/>
          <ac:spMkLst>
            <pc:docMk/>
            <pc:sldMk cId="2397210719" sldId="281"/>
            <ac:spMk id="43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3:57.701" v="1282" actId="108"/>
          <ac:spMkLst>
            <pc:docMk/>
            <pc:sldMk cId="2397210719" sldId="281"/>
            <ac:spMk id="437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22.080" v="1289" actId="108"/>
          <ac:spMkLst>
            <pc:docMk/>
            <pc:sldMk cId="2397210719" sldId="281"/>
            <ac:spMk id="43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9:31.146" v="1133" actId="208"/>
          <ac:spMkLst>
            <pc:docMk/>
            <pc:sldMk cId="2397210719" sldId="281"/>
            <ac:spMk id="442" creationId="{00000000-0000-0000-0000-000000000000}"/>
          </ac:spMkLst>
        </pc:spChg>
        <pc:spChg chg="add">
          <ac:chgData name="SWATI GANGURDE" userId="edc51799-bbc8-4192-b0fe-274ca002c9c9" providerId="ADAL" clId="{EA787E7E-A85D-4F6E-9E71-4857E10E65D2}" dt="2026-09-02T20:36:26.569" v="1125" actId="26606"/>
          <ac:spMkLst>
            <pc:docMk/>
            <pc:sldMk cId="2397210719" sldId="281"/>
            <ac:spMk id="44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07.623" v="1285" actId="108"/>
          <ac:spMkLst>
            <pc:docMk/>
            <pc:sldMk cId="2397210719" sldId="281"/>
            <ac:spMk id="445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24.420" v="1290" actId="108"/>
          <ac:spMkLst>
            <pc:docMk/>
            <pc:sldMk cId="2397210719" sldId="281"/>
            <ac:spMk id="446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9:31.146" v="1133" actId="208"/>
          <ac:spMkLst>
            <pc:docMk/>
            <pc:sldMk cId="2397210719" sldId="281"/>
            <ac:spMk id="450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13.674" v="1286" actId="108"/>
          <ac:spMkLst>
            <pc:docMk/>
            <pc:sldMk cId="2397210719" sldId="281"/>
            <ac:spMk id="453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27.415" v="1291" actId="108"/>
          <ac:spMkLst>
            <pc:docMk/>
            <pc:sldMk cId="2397210719" sldId="281"/>
            <ac:spMk id="454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39:31.146" v="1133" actId="208"/>
          <ac:spMkLst>
            <pc:docMk/>
            <pc:sldMk cId="2397210719" sldId="281"/>
            <ac:spMk id="458" creationId="{00000000-0000-0000-0000-000000000000}"/>
          </ac:spMkLst>
        </pc:spChg>
        <pc:spChg chg="mod">
          <ac:chgData name="SWATI GANGURDE" userId="edc51799-bbc8-4192-b0fe-274ca002c9c9" providerId="ADAL" clId="{EA787E7E-A85D-4F6E-9E71-4857E10E65D2}" dt="2026-09-02T20:44:51.589" v="1293" actId="1076"/>
          <ac:spMkLst>
            <pc:docMk/>
            <pc:sldMk cId="2397210719" sldId="281"/>
            <ac:spMk id="459" creationId="{00000000-0000-0000-0000-000000000000}"/>
          </ac:spMkLst>
        </pc:spChg>
      </pc:sldChg>
      <pc:sldChg chg="addSp delSp modSp add del mod ord setBg">
        <pc:chgData name="SWATI GANGURDE" userId="edc51799-bbc8-4192-b0fe-274ca002c9c9" providerId="ADAL" clId="{EA787E7E-A85D-4F6E-9E71-4857E10E65D2}" dt="2026-09-02T19:46:02.523" v="519" actId="47"/>
        <pc:sldMkLst>
          <pc:docMk/>
          <pc:sldMk cId="3508772061" sldId="281"/>
        </pc:sldMkLst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22" creationId="{8AFAB09F-B949-0B14-1825-C8A3FA4E9D63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31" creationId="{62CB69AA-5925-FE76-2EF6-96CCE99ED79A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40" creationId="{11C072DB-E761-261F-8632-8CD213BCD1B6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56" creationId="{38B9DBD5-9420-3854-2100-47413A31E1C4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77" creationId="{8015F897-8FC1-EE7C-A666-94616A0C69F3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85" creationId="{56FD4871-0A36-0B1A-2C61-D263E39F27FC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87" creationId="{507DF2D0-869B-071D-B03D-C5DF008E2A1E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112" creationId="{BE48BDF1-0ADA-93DA-3E6E-769969ACB9C3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137" creationId="{CEABA3A1-81EA-10A2-2C44-20DBEE260DE4}"/>
          </ac:spMkLst>
        </pc:spChg>
        <pc:spChg chg="del">
          <ac:chgData name="SWATI GANGURDE" userId="edc51799-bbc8-4192-b0fe-274ca002c9c9" providerId="ADAL" clId="{EA787E7E-A85D-4F6E-9E71-4857E10E65D2}" dt="2026-09-02T19:34:00.069" v="425" actId="478"/>
          <ac:spMkLst>
            <pc:docMk/>
            <pc:sldMk cId="3508772061" sldId="281"/>
            <ac:spMk id="142" creationId="{E35A9619-F51E-6741-9342-4EF4C912644D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174" creationId="{D00A9221-ADAD-F4F1-0B13-559C82C06A35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282" creationId="{B417A314-121C-4F76-E526-79078961B4AA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306" creationId="{260432E5-0471-6BEB-7E9C-23D5D53A4646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314" creationId="{F5A26037-5164-6705-A96B-2E0359FB6DB8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330" creationId="{B47D72D3-3DDB-995A-6645-B1F672F05318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332" creationId="{045C70D3-4AE5-C777-DCF7-C2A9C83CCAB3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356" creationId="{20A744BD-FF70-2D7E-98ED-7B1B56C1E985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368" creationId="{01B6B163-4D53-F6C2-EDAB-5346BC531953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464" creationId="{0844B5D5-BD6D-87FB-4421-0D7829172711}"/>
          </ac:spMkLst>
        </pc:spChg>
        <pc:spChg chg="add del">
          <ac:chgData name="SWATI GANGURDE" userId="edc51799-bbc8-4192-b0fe-274ca002c9c9" providerId="ADAL" clId="{EA787E7E-A85D-4F6E-9E71-4857E10E65D2}" dt="2026-09-02T19:34:26.644" v="427" actId="22"/>
          <ac:spMkLst>
            <pc:docMk/>
            <pc:sldMk cId="3508772061" sldId="281"/>
            <ac:spMk id="486" creationId="{63309CD7-1D36-3DB3-6807-DD9618A40CEE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500" creationId="{8B68512D-7D05-A8CC-0340-FC1FDAB66916}"/>
          </ac:spMkLst>
        </pc:spChg>
        <pc:spChg chg="add del">
          <ac:chgData name="SWATI GANGURDE" userId="edc51799-bbc8-4192-b0fe-274ca002c9c9" providerId="ADAL" clId="{EA787E7E-A85D-4F6E-9E71-4857E10E65D2}" dt="2026-09-02T19:34:36.789" v="430" actId="26606"/>
          <ac:spMkLst>
            <pc:docMk/>
            <pc:sldMk cId="3508772061" sldId="281"/>
            <ac:spMk id="501" creationId="{42A4FC2C-047E-45A5-965D-8E1E3BF09BC6}"/>
          </ac:spMkLst>
        </pc:spChg>
        <pc:spChg chg="add del">
          <ac:chgData name="SWATI GANGURDE" userId="edc51799-bbc8-4192-b0fe-274ca002c9c9" providerId="ADAL" clId="{EA787E7E-A85D-4F6E-9E71-4857E10E65D2}" dt="2026-09-02T19:34:38.660" v="432" actId="26606"/>
          <ac:spMkLst>
            <pc:docMk/>
            <pc:sldMk cId="3508772061" sldId="281"/>
            <ac:spMk id="503" creationId="{E2384209-CB15-4CDF-9D31-C44FD9A3F20D}"/>
          </ac:spMkLst>
        </pc:spChg>
        <pc:spChg chg="add del">
          <ac:chgData name="SWATI GANGURDE" userId="edc51799-bbc8-4192-b0fe-274ca002c9c9" providerId="ADAL" clId="{EA787E7E-A85D-4F6E-9E71-4857E10E65D2}" dt="2026-09-02T19:34:38.660" v="432" actId="26606"/>
          <ac:spMkLst>
            <pc:docMk/>
            <pc:sldMk cId="3508772061" sldId="281"/>
            <ac:spMk id="504" creationId="{AB8C311F-7253-4AED-9701-7FC0708C41C7}"/>
          </ac:spMkLst>
        </pc:spChg>
        <pc:spChg chg="add del">
          <ac:chgData name="SWATI GANGURDE" userId="edc51799-bbc8-4192-b0fe-274ca002c9c9" providerId="ADAL" clId="{EA787E7E-A85D-4F6E-9E71-4857E10E65D2}" dt="2026-09-02T19:34:38.660" v="432" actId="26606"/>
          <ac:spMkLst>
            <pc:docMk/>
            <pc:sldMk cId="3508772061" sldId="281"/>
            <ac:spMk id="505" creationId="{2633B3B5-CC90-43F0-8714-D31D1F3F0209}"/>
          </ac:spMkLst>
        </pc:spChg>
        <pc:spChg chg="add del">
          <ac:chgData name="SWATI GANGURDE" userId="edc51799-bbc8-4192-b0fe-274ca002c9c9" providerId="ADAL" clId="{EA787E7E-A85D-4F6E-9E71-4857E10E65D2}" dt="2026-09-02T19:34:38.660" v="432" actId="26606"/>
          <ac:spMkLst>
            <pc:docMk/>
            <pc:sldMk cId="3508772061" sldId="281"/>
            <ac:spMk id="507" creationId="{A8D57A06-A426-446D-B02C-A2DC6B62E45E}"/>
          </ac:spMkLst>
        </pc:spChg>
        <pc:spChg chg="add del">
          <ac:chgData name="SWATI GANGURDE" userId="edc51799-bbc8-4192-b0fe-274ca002c9c9" providerId="ADAL" clId="{EA787E7E-A85D-4F6E-9E71-4857E10E65D2}" dt="2026-09-02T19:34:39.937" v="434" actId="26606"/>
          <ac:spMkLst>
            <pc:docMk/>
            <pc:sldMk cId="3508772061" sldId="281"/>
            <ac:spMk id="509" creationId="{32BC26D8-82FB-445E-AA49-62A77D7C1EE0}"/>
          </ac:spMkLst>
        </pc:spChg>
        <pc:spChg chg="add del">
          <ac:chgData name="SWATI GANGURDE" userId="edc51799-bbc8-4192-b0fe-274ca002c9c9" providerId="ADAL" clId="{EA787E7E-A85D-4F6E-9E71-4857E10E65D2}" dt="2026-09-02T19:34:39.937" v="434" actId="26606"/>
          <ac:spMkLst>
            <pc:docMk/>
            <pc:sldMk cId="3508772061" sldId="281"/>
            <ac:spMk id="510" creationId="{CB44330D-EA18-4254-AA95-EB49948539B8}"/>
          </ac:spMkLst>
        </pc:spChg>
        <pc:spChg chg="add del">
          <ac:chgData name="SWATI GANGURDE" userId="edc51799-bbc8-4192-b0fe-274ca002c9c9" providerId="ADAL" clId="{EA787E7E-A85D-4F6E-9E71-4857E10E65D2}" dt="2026-09-02T19:34:43.445" v="438" actId="26606"/>
          <ac:spMkLst>
            <pc:docMk/>
            <pc:sldMk cId="3508772061" sldId="281"/>
            <ac:spMk id="511" creationId="{FF9F2414-84E8-453E-B1F3-389FDE8192D9}"/>
          </ac:spMkLst>
        </pc:spChg>
        <pc:spChg chg="add del">
          <ac:chgData name="SWATI GANGURDE" userId="edc51799-bbc8-4192-b0fe-274ca002c9c9" providerId="ADAL" clId="{EA787E7E-A85D-4F6E-9E71-4857E10E65D2}" dt="2026-09-02T19:34:41.119" v="436" actId="26606"/>
          <ac:spMkLst>
            <pc:docMk/>
            <pc:sldMk cId="3508772061" sldId="281"/>
            <ac:spMk id="512" creationId="{AB8C311F-7253-4AED-9701-7FC0708C41C7}"/>
          </ac:spMkLst>
        </pc:spChg>
        <pc:spChg chg="add del">
          <ac:chgData name="SWATI GANGURDE" userId="edc51799-bbc8-4192-b0fe-274ca002c9c9" providerId="ADAL" clId="{EA787E7E-A85D-4F6E-9E71-4857E10E65D2}" dt="2026-09-02T19:34:41.119" v="436" actId="26606"/>
          <ac:spMkLst>
            <pc:docMk/>
            <pc:sldMk cId="3508772061" sldId="281"/>
            <ac:spMk id="513" creationId="{E2384209-CB15-4CDF-9D31-C44FD9A3F20D}"/>
          </ac:spMkLst>
        </pc:spChg>
        <pc:spChg chg="add del">
          <ac:chgData name="SWATI GANGURDE" userId="edc51799-bbc8-4192-b0fe-274ca002c9c9" providerId="ADAL" clId="{EA787E7E-A85D-4F6E-9E71-4857E10E65D2}" dt="2026-09-02T19:34:41.119" v="436" actId="26606"/>
          <ac:spMkLst>
            <pc:docMk/>
            <pc:sldMk cId="3508772061" sldId="281"/>
            <ac:spMk id="514" creationId="{2633B3B5-CC90-43F0-8714-D31D1F3F0209}"/>
          </ac:spMkLst>
        </pc:spChg>
        <pc:spChg chg="add del">
          <ac:chgData name="SWATI GANGURDE" userId="edc51799-bbc8-4192-b0fe-274ca002c9c9" providerId="ADAL" clId="{EA787E7E-A85D-4F6E-9E71-4857E10E65D2}" dt="2026-09-02T19:34:41.119" v="436" actId="26606"/>
          <ac:spMkLst>
            <pc:docMk/>
            <pc:sldMk cId="3508772061" sldId="281"/>
            <ac:spMk id="515" creationId="{A8D57A06-A426-446D-B02C-A2DC6B62E45E}"/>
          </ac:spMkLst>
        </pc:spChg>
        <pc:spChg chg="add del">
          <ac:chgData name="SWATI GANGURDE" userId="edc51799-bbc8-4192-b0fe-274ca002c9c9" providerId="ADAL" clId="{EA787E7E-A85D-4F6E-9E71-4857E10E65D2}" dt="2026-09-02T19:34:43.445" v="438" actId="26606"/>
          <ac:spMkLst>
            <pc:docMk/>
            <pc:sldMk cId="3508772061" sldId="281"/>
            <ac:spMk id="517" creationId="{F3060C83-F051-4F0E-ABAD-AA0DFC48B218}"/>
          </ac:spMkLst>
        </pc:spChg>
        <pc:spChg chg="add del">
          <ac:chgData name="SWATI GANGURDE" userId="edc51799-bbc8-4192-b0fe-274ca002c9c9" providerId="ADAL" clId="{EA787E7E-A85D-4F6E-9E71-4857E10E65D2}" dt="2026-09-02T19:34:43.445" v="438" actId="26606"/>
          <ac:spMkLst>
            <pc:docMk/>
            <pc:sldMk cId="3508772061" sldId="281"/>
            <ac:spMk id="518" creationId="{83C98ABE-055B-441F-B07E-44F97F083C39}"/>
          </ac:spMkLst>
        </pc:spChg>
        <pc:spChg chg="add del">
          <ac:chgData name="SWATI GANGURDE" userId="edc51799-bbc8-4192-b0fe-274ca002c9c9" providerId="ADAL" clId="{EA787E7E-A85D-4F6E-9E71-4857E10E65D2}" dt="2026-09-02T19:34:43.445" v="438" actId="26606"/>
          <ac:spMkLst>
            <pc:docMk/>
            <pc:sldMk cId="3508772061" sldId="281"/>
            <ac:spMk id="519" creationId="{29FDB030-9B49-4CED-8CCD-4D99382388AC}"/>
          </ac:spMkLst>
        </pc:spChg>
        <pc:spChg chg="add del">
          <ac:chgData name="SWATI GANGURDE" userId="edc51799-bbc8-4192-b0fe-274ca002c9c9" providerId="ADAL" clId="{EA787E7E-A85D-4F6E-9E71-4857E10E65D2}" dt="2026-09-02T19:34:43.445" v="438" actId="26606"/>
          <ac:spMkLst>
            <pc:docMk/>
            <pc:sldMk cId="3508772061" sldId="281"/>
            <ac:spMk id="520" creationId="{3783CA14-24A1-485C-8B30-D6A5D87987AD}"/>
          </ac:spMkLst>
        </pc:spChg>
        <pc:spChg chg="add del">
          <ac:chgData name="SWATI GANGURDE" userId="edc51799-bbc8-4192-b0fe-274ca002c9c9" providerId="ADAL" clId="{EA787E7E-A85D-4F6E-9E71-4857E10E65D2}" dt="2026-09-02T19:34:43.445" v="438" actId="26606"/>
          <ac:spMkLst>
            <pc:docMk/>
            <pc:sldMk cId="3508772061" sldId="281"/>
            <ac:spMk id="521" creationId="{9A97C86A-04D6-40F7-AE84-31AB43E6A846}"/>
          </ac:spMkLst>
        </pc:spChg>
        <pc:spChg chg="add del">
          <ac:chgData name="SWATI GANGURDE" userId="edc51799-bbc8-4192-b0fe-274ca002c9c9" providerId="ADAL" clId="{EA787E7E-A85D-4F6E-9E71-4857E10E65D2}" dt="2026-09-02T19:34:43.445" v="438" actId="26606"/>
          <ac:spMkLst>
            <pc:docMk/>
            <pc:sldMk cId="3508772061" sldId="281"/>
            <ac:spMk id="522" creationId="{3ECA69A1-7536-43AC-85EF-C7106179F5ED}"/>
          </ac:spMkLst>
        </pc:spChg>
        <pc:spChg chg="add del">
          <ac:chgData name="SWATI GANGURDE" userId="edc51799-bbc8-4192-b0fe-274ca002c9c9" providerId="ADAL" clId="{EA787E7E-A85D-4F6E-9E71-4857E10E65D2}" dt="2026-09-02T19:34:48.921" v="440" actId="26606"/>
          <ac:spMkLst>
            <pc:docMk/>
            <pc:sldMk cId="3508772061" sldId="281"/>
            <ac:spMk id="524" creationId="{2D2B266D-3625-4584-A5C3-7D3F672CFF30}"/>
          </ac:spMkLst>
        </pc:spChg>
        <pc:spChg chg="add del">
          <ac:chgData name="SWATI GANGURDE" userId="edc51799-bbc8-4192-b0fe-274ca002c9c9" providerId="ADAL" clId="{EA787E7E-A85D-4F6E-9E71-4857E10E65D2}" dt="2026-09-02T19:34:48.921" v="440" actId="26606"/>
          <ac:spMkLst>
            <pc:docMk/>
            <pc:sldMk cId="3508772061" sldId="281"/>
            <ac:spMk id="525" creationId="{C463B99A-73EE-4FBB-B7C4-F9F9BCC25C65}"/>
          </ac:spMkLst>
        </pc:spChg>
        <pc:spChg chg="add del">
          <ac:chgData name="SWATI GANGURDE" userId="edc51799-bbc8-4192-b0fe-274ca002c9c9" providerId="ADAL" clId="{EA787E7E-A85D-4F6E-9E71-4857E10E65D2}" dt="2026-09-02T19:34:48.921" v="440" actId="26606"/>
          <ac:spMkLst>
            <pc:docMk/>
            <pc:sldMk cId="3508772061" sldId="281"/>
            <ac:spMk id="526" creationId="{A5D2A5D1-BA0D-47D3-B051-DA7743C46E28}"/>
          </ac:spMkLst>
        </pc:spChg>
        <pc:spChg chg="add del">
          <ac:chgData name="SWATI GANGURDE" userId="edc51799-bbc8-4192-b0fe-274ca002c9c9" providerId="ADAL" clId="{EA787E7E-A85D-4F6E-9E71-4857E10E65D2}" dt="2026-09-02T19:34:49.661" v="442" actId="26606"/>
          <ac:spMkLst>
            <pc:docMk/>
            <pc:sldMk cId="3508772061" sldId="281"/>
            <ac:spMk id="528" creationId="{86FF76B9-219D-4469-AF87-0236D29032F1}"/>
          </ac:spMkLst>
        </pc:spChg>
        <pc:spChg chg="add del">
          <ac:chgData name="SWATI GANGURDE" userId="edc51799-bbc8-4192-b0fe-274ca002c9c9" providerId="ADAL" clId="{EA787E7E-A85D-4F6E-9E71-4857E10E65D2}" dt="2026-09-02T19:34:49.661" v="442" actId="26606"/>
          <ac:spMkLst>
            <pc:docMk/>
            <pc:sldMk cId="3508772061" sldId="281"/>
            <ac:spMk id="532" creationId="{2E80C965-DB6D-4F81-9E9E-B027384D0BD6}"/>
          </ac:spMkLst>
        </pc:spChg>
        <pc:spChg chg="add del">
          <ac:chgData name="SWATI GANGURDE" userId="edc51799-bbc8-4192-b0fe-274ca002c9c9" providerId="ADAL" clId="{EA787E7E-A85D-4F6E-9E71-4857E10E65D2}" dt="2026-09-02T19:34:49.661" v="442" actId="26606"/>
          <ac:spMkLst>
            <pc:docMk/>
            <pc:sldMk cId="3508772061" sldId="281"/>
            <ac:spMk id="533" creationId="{633C5E46-DAC5-4661-9C87-22B08E2A512F}"/>
          </ac:spMkLst>
        </pc:spChg>
        <pc:spChg chg="add del">
          <ac:chgData name="SWATI GANGURDE" userId="edc51799-bbc8-4192-b0fe-274ca002c9c9" providerId="ADAL" clId="{EA787E7E-A85D-4F6E-9E71-4857E10E65D2}" dt="2026-09-02T19:34:52.901" v="444" actId="26606"/>
          <ac:spMkLst>
            <pc:docMk/>
            <pc:sldMk cId="3508772061" sldId="281"/>
            <ac:spMk id="535" creationId="{DA2E7C1E-2B5A-4BBA-AE51-1CD8C19309D7}"/>
          </ac:spMkLst>
        </pc:spChg>
        <pc:spChg chg="add del">
          <ac:chgData name="SWATI GANGURDE" userId="edc51799-bbc8-4192-b0fe-274ca002c9c9" providerId="ADAL" clId="{EA787E7E-A85D-4F6E-9E71-4857E10E65D2}" dt="2026-09-02T19:34:52.901" v="444" actId="26606"/>
          <ac:spMkLst>
            <pc:docMk/>
            <pc:sldMk cId="3508772061" sldId="281"/>
            <ac:spMk id="536" creationId="{43DF76B1-5174-4FAF-9D19-FFEE98426836}"/>
          </ac:spMkLst>
        </pc:spChg>
        <pc:spChg chg="add del">
          <ac:chgData name="SWATI GANGURDE" userId="edc51799-bbc8-4192-b0fe-274ca002c9c9" providerId="ADAL" clId="{EA787E7E-A85D-4F6E-9E71-4857E10E65D2}" dt="2026-09-02T19:35:07.272" v="446" actId="26606"/>
          <ac:spMkLst>
            <pc:docMk/>
            <pc:sldMk cId="3508772061" sldId="281"/>
            <ac:spMk id="538" creationId="{42A4FC2C-047E-45A5-965D-8E1E3BF09BC6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564" creationId="{CCD4C13B-C665-6427-B2F0-E12E4831D894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578" creationId="{F4EB29A5-30EE-1CE8-F667-74ECE624A0BA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646" creationId="{B4F89D42-8072-0AD8-723A-EE61BBCFBE08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678" creationId="{9A6B82B8-60B7-EB15-475D-5C562331B612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720" creationId="{7A9C7700-CD35-D177-36EB-584F486FA8B2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724" creationId="{8E558342-0974-0920-E891-0558CCC7A543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734" creationId="{01DCB9A8-BC25-0E39-8C74-F4FDBE67F784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754" creationId="{A9F8660D-020B-2CED-62C6-4CAECA01D3C7}"/>
          </ac:spMkLst>
        </pc:spChg>
        <pc:spChg chg="add del">
          <ac:chgData name="SWATI GANGURDE" userId="edc51799-bbc8-4192-b0fe-274ca002c9c9" providerId="ADAL" clId="{EA787E7E-A85D-4F6E-9E71-4857E10E65D2}" dt="2026-09-02T19:36:02.616" v="449" actId="478"/>
          <ac:spMkLst>
            <pc:docMk/>
            <pc:sldMk cId="3508772061" sldId="281"/>
            <ac:spMk id="758" creationId="{691283AE-5A18-E3EA-3B93-84DD9E65DD4E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882" creationId="{3BEC425C-84A8-C849-8CBA-BE0D9478511B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902" creationId="{EE170FED-C5F7-293B-6377-7814595A4701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922" creationId="{C5B236CE-37B7-D2A6-EBA5-39B26237ECE6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940" creationId="{8491178B-F16D-E7C8-EDA5-76A259560F98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992" creationId="{76E9FF25-886E-DFE8-F8BF-469A4A186E72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1056" creationId="{9F0E98C9-314E-0EB1-BE30-C0539D7D9DB4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1076" creationId="{8381D1F0-4428-F40C-9D91-02CF6C57907D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1114" creationId="{CF92000F-99C8-65EC-C82C-B7D9BD2F6CA3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1122" creationId="{37FDFD81-B3E5-4D2C-D5A2-0DD6F0BCABA3}"/>
          </ac:spMkLst>
        </pc:spChg>
        <pc:spChg chg="add del">
          <ac:chgData name="SWATI GANGURDE" userId="edc51799-bbc8-4192-b0fe-274ca002c9c9" providerId="ADAL" clId="{EA787E7E-A85D-4F6E-9E71-4857E10E65D2}" dt="2026-09-02T19:36:27.876" v="453" actId="22"/>
          <ac:spMkLst>
            <pc:docMk/>
            <pc:sldMk cId="3508772061" sldId="281"/>
            <ac:spMk id="1150" creationId="{80F9A387-586B-40AC-3FC1-0A5E1BD98A89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208" creationId="{31164AC6-917D-DD33-2DC0-EFFCB580EB05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246" creationId="{22D912A2-EF9B-05BF-CCC2-AC2017EF4B93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290" creationId="{5805B322-FC36-731E-0332-133084262806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396" creationId="{1C5AE4F6-3EFA-AFD6-5430-A94C6CBC0502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398" creationId="{3C718F35-4A52-8384-BF56-FA2BA2EF7C74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474" creationId="{49C735F6-2873-7AAA-710D-C53924503056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478" creationId="{A25821AD-9396-22DE-ECFD-90F353B1A21D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486" creationId="{F6E49140-22A6-B07E-1250-9D422B720F03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488" creationId="{18AC26C6-EBDE-8D18-C3CF-CE3D7826AB95}"/>
          </ac:spMkLst>
        </pc:spChg>
        <pc:spChg chg="add mod">
          <ac:chgData name="SWATI GANGURDE" userId="edc51799-bbc8-4192-b0fe-274ca002c9c9" providerId="ADAL" clId="{EA787E7E-A85D-4F6E-9E71-4857E10E65D2}" dt="2026-09-02T19:36:38.250" v="456" actId="1076"/>
          <ac:spMkLst>
            <pc:docMk/>
            <pc:sldMk cId="3508772061" sldId="281"/>
            <ac:spMk id="1508" creationId="{8FE7DD33-4489-7DD6-FD40-C59705E84706}"/>
          </ac:spMkLst>
        </pc:spChg>
        <pc:grpChg chg="add del">
          <ac:chgData name="SWATI GANGURDE" userId="edc51799-bbc8-4192-b0fe-274ca002c9c9" providerId="ADAL" clId="{EA787E7E-A85D-4F6E-9E71-4857E10E65D2}" dt="2026-09-02T19:34:49.661" v="442" actId="26606"/>
          <ac:grpSpMkLst>
            <pc:docMk/>
            <pc:sldMk cId="3508772061" sldId="281"/>
            <ac:grpSpMk id="529" creationId="{DB88BD78-87E1-424D-B479-C37D8E41B12E}"/>
          </ac:grpSpMkLst>
        </pc:grpChg>
        <pc:picChg chg="add del mod">
          <ac:chgData name="SWATI GANGURDE" userId="edc51799-bbc8-4192-b0fe-274ca002c9c9" providerId="ADAL" clId="{EA787E7E-A85D-4F6E-9E71-4857E10E65D2}" dt="2026-09-02T19:35:08" v="447" actId="22"/>
          <ac:picMkLst>
            <pc:docMk/>
            <pc:sldMk cId="3508772061" sldId="281"/>
            <ac:picMk id="496" creationId="{F556AE14-1045-3ACB-905B-88B4F21A4070}"/>
          </ac:picMkLst>
        </pc:picChg>
      </pc:sldChg>
      <pc:sldChg chg="new del">
        <pc:chgData name="SWATI GANGURDE" userId="edc51799-bbc8-4192-b0fe-274ca002c9c9" providerId="ADAL" clId="{EA787E7E-A85D-4F6E-9E71-4857E10E65D2}" dt="2026-09-02T19:33:46.856" v="421" actId="680"/>
        <pc:sldMkLst>
          <pc:docMk/>
          <pc:sldMk cId="3825655178" sldId="281"/>
        </pc:sldMkLst>
      </pc:sldChg>
      <pc:sldMasterChg chg="add setBg addSldLayout modSldLayout">
        <pc:chgData name="SWATI GANGURDE" userId="edc51799-bbc8-4192-b0fe-274ca002c9c9" providerId="ADAL" clId="{EA787E7E-A85D-4F6E-9E71-4857E10E65D2}" dt="2026-09-02T19:36:21.583" v="451"/>
        <pc:sldMasterMkLst>
          <pc:docMk/>
          <pc:sldMasterMk cId="0" sldId="2147483648"/>
        </pc:sldMasterMkLst>
        <pc:sldLayoutChg chg="add setBg">
          <pc:chgData name="SWATI GANGURDE" userId="edc51799-bbc8-4192-b0fe-274ca002c9c9" providerId="ADAL" clId="{EA787E7E-A85D-4F6E-9E71-4857E10E65D2}" dt="2026-09-02T19:36:21.583" v="45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addSldLayout">
        <pc:chgData name="SWATI GANGURDE" userId="edc51799-bbc8-4192-b0fe-274ca002c9c9" providerId="ADAL" clId="{EA787E7E-A85D-4F6E-9E71-4857E10E65D2}" dt="2026-09-02T18:52:24.511" v="249" actId="26606"/>
        <pc:sldMasterMkLst>
          <pc:docMk/>
          <pc:sldMasterMk cId="1095749955" sldId="2147483651"/>
        </pc:sldMasterMkLst>
        <pc:sldLayoutChg chg="add">
          <pc:chgData name="SWATI GANGURDE" userId="edc51799-bbc8-4192-b0fe-274ca002c9c9" providerId="ADAL" clId="{EA787E7E-A85D-4F6E-9E71-4857E10E65D2}" dt="2026-09-02T18:52:24.511" v="249" actId="26606"/>
          <pc:sldLayoutMkLst>
            <pc:docMk/>
            <pc:sldMasterMk cId="1095749955" sldId="2147483651"/>
            <pc:sldLayoutMk cId="3678939126" sldId="2147483650"/>
          </pc:sldLayoutMkLst>
        </pc:sldLayoutChg>
      </pc:sldMasterChg>
      <pc:sldMasterChg chg="add addSldLayout">
        <pc:chgData name="SWATI GANGURDE" userId="edc51799-bbc8-4192-b0fe-274ca002c9c9" providerId="ADAL" clId="{EA787E7E-A85D-4F6E-9E71-4857E10E65D2}" dt="2026-09-02T18:52:24.511" v="249" actId="26606"/>
        <pc:sldMasterMkLst>
          <pc:docMk/>
          <pc:sldMasterMk cId="2197744948" sldId="2147483655"/>
        </pc:sldMasterMkLst>
        <pc:sldLayoutChg chg="add">
          <pc:chgData name="SWATI GANGURDE" userId="edc51799-bbc8-4192-b0fe-274ca002c9c9" providerId="ADAL" clId="{EA787E7E-A85D-4F6E-9E71-4857E10E65D2}" dt="2026-09-02T18:52:24.511" v="249" actId="26606"/>
          <pc:sldLayoutMkLst>
            <pc:docMk/>
            <pc:sldMasterMk cId="2197744948" sldId="2147483655"/>
            <pc:sldLayoutMk cId="2010220181" sldId="2147483652"/>
          </pc:sldLayoutMkLst>
        </pc:sldLayoutChg>
        <pc:sldLayoutChg chg="add">
          <pc:chgData name="SWATI GANGURDE" userId="edc51799-bbc8-4192-b0fe-274ca002c9c9" providerId="ADAL" clId="{EA787E7E-A85D-4F6E-9E71-4857E10E65D2}" dt="2026-09-02T18:52:24.511" v="249" actId="26606"/>
          <pc:sldLayoutMkLst>
            <pc:docMk/>
            <pc:sldMasterMk cId="2197744948" sldId="2147483655"/>
            <pc:sldLayoutMk cId="3872884774" sldId="2147483653"/>
          </pc:sldLayoutMkLst>
        </pc:sldLayoutChg>
        <pc:sldLayoutChg chg="add">
          <pc:chgData name="SWATI GANGURDE" userId="edc51799-bbc8-4192-b0fe-274ca002c9c9" providerId="ADAL" clId="{EA787E7E-A85D-4F6E-9E71-4857E10E65D2}" dt="2026-09-02T18:52:24.511" v="249" actId="26606"/>
          <pc:sldLayoutMkLst>
            <pc:docMk/>
            <pc:sldMasterMk cId="2197744948" sldId="2147483655"/>
            <pc:sldLayoutMk cId="2730530356" sldId="2147483654"/>
          </pc:sldLayoutMkLst>
        </pc:sldLayoutChg>
      </pc:sldMasterChg>
      <pc:sldMasterChg chg="add addSldLayout">
        <pc:chgData name="SWATI GANGURDE" userId="edc51799-bbc8-4192-b0fe-274ca002c9c9" providerId="ADAL" clId="{EA787E7E-A85D-4F6E-9E71-4857E10E65D2}" dt="2026-09-02T18:52:24.511" v="249" actId="26606"/>
        <pc:sldMasterMkLst>
          <pc:docMk/>
          <pc:sldMasterMk cId="9813343" sldId="2147483658"/>
        </pc:sldMasterMkLst>
        <pc:sldLayoutChg chg="add">
          <pc:chgData name="SWATI GANGURDE" userId="edc51799-bbc8-4192-b0fe-274ca002c9c9" providerId="ADAL" clId="{EA787E7E-A85D-4F6E-9E71-4857E10E65D2}" dt="2026-09-02T18:52:24.511" v="249" actId="26606"/>
          <pc:sldLayoutMkLst>
            <pc:docMk/>
            <pc:sldMasterMk cId="9813343" sldId="2147483658"/>
            <pc:sldLayoutMk cId="1153125251" sldId="2147483656"/>
          </pc:sldLayoutMkLst>
        </pc:sldLayoutChg>
        <pc:sldLayoutChg chg="add">
          <pc:chgData name="SWATI GANGURDE" userId="edc51799-bbc8-4192-b0fe-274ca002c9c9" providerId="ADAL" clId="{EA787E7E-A85D-4F6E-9E71-4857E10E65D2}" dt="2026-09-02T18:52:24.511" v="249" actId="26606"/>
          <pc:sldLayoutMkLst>
            <pc:docMk/>
            <pc:sldMasterMk cId="9813343" sldId="2147483658"/>
            <pc:sldLayoutMk cId="1740060612" sldId="2147483657"/>
          </pc:sldLayoutMkLst>
        </pc:sldLayoutChg>
      </pc:sldMasterChg>
      <pc:sldMasterChg chg="del replId delSldLayout modSldLayout">
        <pc:chgData name="SWATI GANGURDE" userId="edc51799-bbc8-4192-b0fe-274ca002c9c9" providerId="ADAL" clId="{EA787E7E-A85D-4F6E-9E71-4857E10E65D2}" dt="2026-09-02T18:52:24.511" v="249" actId="26606"/>
        <pc:sldMasterMkLst>
          <pc:docMk/>
          <pc:sldMasterMk cId="0" sldId="2147483659"/>
        </pc:sldMasterMkLst>
        <pc:sldLayoutChg chg="del replId">
          <pc:chgData name="SWATI GANGURDE" userId="edc51799-bbc8-4192-b0fe-274ca002c9c9" providerId="ADAL" clId="{EA787E7E-A85D-4F6E-9E71-4857E10E65D2}" dt="2026-09-02T18:52:24.511" v="249" actId="26606"/>
          <pc:sldLayoutMkLst>
            <pc:docMk/>
            <pc:sldMasterMk cId="0" sldId="2147483659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8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6"/>
            <a:ext cx="5390651" cy="34554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8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20512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94" lvl="0" indent="-228594" defTabSz="12191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4352" y="1806577"/>
            <a:ext cx="6327648" cy="4217459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800" b="1">
                <a:solidFill>
                  <a:schemeClr val="bg1"/>
                </a:solidFill>
              </a:defRPr>
            </a:lvl1pPr>
          </a:lstStyle>
          <a:p>
            <a:pPr marL="761981" lvl="0" indent="-761981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A457-80B8-3ABF-1567-EBE8EFC1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7603" y="5854633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022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8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7603" y="5854633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3053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12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6"/>
            <a:ext cx="5390651" cy="34554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8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20512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94" lvl="0" indent="-228594" defTabSz="12191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4352" y="1806577"/>
            <a:ext cx="6327648" cy="4217459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800" b="1">
                <a:solidFill>
                  <a:schemeClr val="bg1"/>
                </a:solidFill>
              </a:defRPr>
            </a:lvl1pPr>
          </a:lstStyle>
          <a:p>
            <a:pPr marL="761981" lvl="0" indent="-761981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6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85" y="1701803"/>
            <a:ext cx="5390651" cy="508687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921" y="2849126"/>
            <a:ext cx="5390651" cy="3455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792" lvl="0" indent="-304792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</p:spTree>
    <p:extLst>
      <p:ext uri="{BB962C8B-B14F-4D97-AF65-F5344CB8AC3E}">
        <p14:creationId xmlns:p14="http://schemas.microsoft.com/office/powerpoint/2010/main" val="109574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lang="en-US" sz="3200" b="0" i="0" kern="0" spc="-7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133" kern="1200" spc="3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bg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E41C23-2A04-440A-A439-8B36022F5942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3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F403C3-AECA-43E3-B70F-8CE8C20C79F8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4E8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F0D48-F837-443A-B742-FA8AFEE7A4BD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FFEEF-BA33-4360-BE60-2A11102F0184}"/>
              </a:ext>
            </a:extLst>
          </p:cNvPr>
          <p:cNvSpPr/>
          <p:nvPr userDrawn="1"/>
        </p:nvSpPr>
        <p:spPr>
          <a:xfrm>
            <a:off x="5287" y="85017"/>
            <a:ext cx="286816" cy="52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237837" y="6196838"/>
            <a:ext cx="581292" cy="517277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310750"/>
            <a:ext cx="1689205" cy="40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1219110" rtl="0" eaLnBrk="1" latinLnBrk="0" hangingPunct="1">
        <a:lnSpc>
          <a:spcPct val="90000"/>
        </a:lnSpc>
        <a:spcBef>
          <a:spcPts val="1333"/>
        </a:spcBef>
        <a:buClr>
          <a:srgbClr val="007DC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</p:spTree>
    <p:extLst>
      <p:ext uri="{BB962C8B-B14F-4D97-AF65-F5344CB8AC3E}">
        <p14:creationId xmlns:p14="http://schemas.microsoft.com/office/powerpoint/2010/main" val="981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US" sz="2933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76" indent="-304776" algn="l" defTabSz="1219110" rtl="0" eaLnBrk="1" latinLnBrk="0" hangingPunct="1">
        <a:lnSpc>
          <a:spcPct val="90000"/>
        </a:lnSpc>
        <a:spcBef>
          <a:spcPts val="1333"/>
        </a:spcBef>
        <a:buClr>
          <a:srgbClr val="E41165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914332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E4116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2B1355"/>
            </a:gs>
            <a:gs pos="45000">
              <a:srgbClr val="150A33"/>
            </a:gs>
            <a:gs pos="100000">
              <a:srgbClr val="07031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CEDAR: The Dispute That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76681" y="3846506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1E1240"/>
          </a:solidFill>
          <a:ln w="1270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-480639" y="3884121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AI-POWERED INVESTIGATION PLATFORM</a:t>
            </a:r>
            <a:endParaRPr lang="en-US" sz="1100" dirty="0"/>
          </a:p>
        </p:txBody>
      </p:sp>
      <p:sp>
        <p:nvSpPr>
          <p:cNvPr id="9" name="side bar">
            <a:extLst>
              <a:ext uri="{FF2B5EF4-FFF2-40B4-BE49-F238E27FC236}">
                <a16:creationId xmlns:a16="http://schemas.microsoft.com/office/drawing/2014/main" id="{43762752-C0F6-6CB7-2120-00130477C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9A18CD65-FA84-5676-FD0D-6E5A782ACDBE}"/>
              </a:ext>
            </a:extLst>
          </p:cNvPr>
          <p:cNvSpPr/>
          <p:nvPr/>
        </p:nvSpPr>
        <p:spPr>
          <a:xfrm>
            <a:off x="696244" y="63952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"Today, disputes are processed before the truth is reconstructed. Nexus CEDAR changes that."</a:t>
            </a:r>
            <a:endParaRPr lang="en-US" sz="11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64912A2-72E2-DBD8-CA3A-C65535904BAF}"/>
              </a:ext>
            </a:extLst>
          </p:cNvPr>
          <p:cNvSpPr/>
          <p:nvPr/>
        </p:nvSpPr>
        <p:spPr>
          <a:xfrm>
            <a:off x="640080" y="44686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B44D"/>
                </a:solidFill>
              </a:rPr>
              <a:t>Prevent • Resolve • Recover</a:t>
            </a:r>
            <a:endParaRPr lang="en-US" sz="2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A1BC541-87ED-478C-085E-B694DBD8A8E2}"/>
              </a:ext>
            </a:extLst>
          </p:cNvPr>
          <p:cNvSpPr/>
          <p:nvPr/>
        </p:nvSpPr>
        <p:spPr>
          <a:xfrm>
            <a:off x="640080" y="4723290"/>
            <a:ext cx="5303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8FA"/>
                </a:solidFill>
              </a:rPr>
              <a:t>Evidence-backed AI, human-owned decisions, lower losses and better experiences for every participant.</a:t>
            </a:r>
            <a:endParaRPr lang="en-US" sz="1600" dirty="0"/>
          </a:p>
        </p:txBody>
      </p:sp>
      <p:sp>
        <p:nvSpPr>
          <p:cNvPr id="201" name="Shape 201"/>
          <p:cNvSpPr/>
          <p:nvPr/>
        </p:nvSpPr>
        <p:spPr>
          <a:xfrm>
            <a:off x="6852700" y="1302800"/>
            <a:ext cx="4100000" cy="4100000"/>
          </a:xfrm>
          <a:prstGeom prst="ellipse">
            <a:avLst/>
          </a:prstGeom>
          <a:noFill/>
          <a:ln w="9525">
            <a:solidFill>
              <a:srgbClr val="462C8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2"/>
          <p:cNvSpPr/>
          <p:nvPr/>
        </p:nvSpPr>
        <p:spPr>
          <a:xfrm>
            <a:off x="7902700" y="2352800"/>
            <a:ext cx="2000000" cy="2000000"/>
          </a:xfrm>
          <a:prstGeom prst="ellipse">
            <a:avLst/>
          </a:prstGeom>
          <a:solidFill>
            <a:srgbClr val="1C1140"/>
          </a:solidFill>
          <a:ln w="12700">
            <a:solidFill>
              <a:srgbClr val="5A3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3"/>
          <p:cNvSpPr/>
          <p:nvPr/>
        </p:nvSpPr>
        <p:spPr>
          <a:xfrm>
            <a:off x="8216900" y="2667000"/>
            <a:ext cx="1371600" cy="1371600"/>
          </a:xfrm>
          <a:prstGeom prst="ellipse">
            <a:avLst/>
          </a:prstGeom>
          <a:solidFill>
            <a:srgbClr val="2E1A5E"/>
          </a:solidFill>
          <a:ln w="28575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4"/>
          <p:cNvSpPr txBox="1"/>
          <p:nvPr/>
        </p:nvSpPr>
        <p:spPr>
          <a:xfrm>
            <a:off x="8293100" y="3032760"/>
            <a:ext cx="121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view</a:t>
            </a:r>
            <a:endParaRPr lang="en-US" sz="1300"/>
          </a:p>
        </p:txBody>
      </p:sp>
      <p:sp>
        <p:nvSpPr>
          <p:cNvPr id="205" name="Shape 205"/>
          <p:cNvSpPr/>
          <p:nvPr/>
        </p:nvSpPr>
        <p:spPr>
          <a:xfrm>
            <a:off x="8902700" y="1602800"/>
            <a:ext cx="0" cy="670000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6"/>
          <p:cNvSpPr/>
          <p:nvPr/>
        </p:nvSpPr>
        <p:spPr>
          <a:xfrm>
            <a:off x="8820150" y="1520250"/>
            <a:ext cx="165100" cy="165100"/>
          </a:xfrm>
          <a:prstGeom prst="ellipse">
            <a:avLst/>
          </a:prstGeom>
          <a:solidFill>
            <a:srgbClr val="FF8A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Shape 207"/>
          <p:cNvSpPr/>
          <p:nvPr/>
        </p:nvSpPr>
        <p:spPr>
          <a:xfrm>
            <a:off x="8102600" y="9878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231A4A"/>
          </a:solidFill>
          <a:ln w="1905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208"/>
          <p:cNvSpPr txBox="1"/>
          <p:nvPr/>
        </p:nvSpPr>
        <p:spPr>
          <a:xfrm>
            <a:off x="8102600" y="987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/>
          </a:p>
        </p:txBody>
      </p:sp>
      <p:sp>
        <p:nvSpPr>
          <p:cNvPr id="209" name="Shape 209"/>
          <p:cNvSpPr/>
          <p:nvPr/>
        </p:nvSpPr>
        <p:spPr>
          <a:xfrm flipH="1">
            <a:off x="9929841" y="2812020"/>
            <a:ext cx="637207" cy="207041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10484498" y="2729470"/>
            <a:ext cx="165100" cy="165100"/>
          </a:xfrm>
          <a:prstGeom prst="ellipse">
            <a:avLst/>
          </a:prstGeom>
          <a:solidFill>
            <a:srgbClr val="FF8A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Shape 211"/>
          <p:cNvSpPr/>
          <p:nvPr/>
        </p:nvSpPr>
        <p:spPr>
          <a:xfrm>
            <a:off x="10661865" y="2467855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231A4A"/>
          </a:solidFill>
          <a:ln w="1905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2"/>
          <p:cNvSpPr txBox="1"/>
          <p:nvPr/>
        </p:nvSpPr>
        <p:spPr>
          <a:xfrm>
            <a:off x="10707257" y="2480733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150" dirty="0"/>
          </a:p>
        </p:txBody>
      </p:sp>
      <p:sp>
        <p:nvSpPr>
          <p:cNvPr id="213" name="Shape 213"/>
          <p:cNvSpPr/>
          <p:nvPr/>
        </p:nvSpPr>
        <p:spPr>
          <a:xfrm>
            <a:off x="9499408" y="4290038"/>
            <a:ext cx="393816" cy="542041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4"/>
          <p:cNvSpPr/>
          <p:nvPr/>
        </p:nvSpPr>
        <p:spPr>
          <a:xfrm>
            <a:off x="9810674" y="4749529"/>
            <a:ext cx="165100" cy="165100"/>
          </a:xfrm>
          <a:prstGeom prst="ellipse">
            <a:avLst/>
          </a:prstGeom>
          <a:solidFill>
            <a:srgbClr val="FF8A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5"/>
          <p:cNvSpPr/>
          <p:nvPr/>
        </p:nvSpPr>
        <p:spPr>
          <a:xfrm>
            <a:off x="9269459" y="4937624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231A4A"/>
          </a:solidFill>
          <a:ln w="1905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6"/>
          <p:cNvSpPr txBox="1"/>
          <p:nvPr/>
        </p:nvSpPr>
        <p:spPr>
          <a:xfrm>
            <a:off x="9269459" y="49249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50"/>
          </a:p>
        </p:txBody>
      </p:sp>
      <p:sp>
        <p:nvSpPr>
          <p:cNvPr id="217" name="Shape 217"/>
          <p:cNvSpPr/>
          <p:nvPr/>
        </p:nvSpPr>
        <p:spPr>
          <a:xfrm flipH="1">
            <a:off x="7835975" y="4290038"/>
            <a:ext cx="393816" cy="542041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8"/>
          <p:cNvSpPr/>
          <p:nvPr/>
        </p:nvSpPr>
        <p:spPr>
          <a:xfrm>
            <a:off x="7753425" y="4749529"/>
            <a:ext cx="165100" cy="165100"/>
          </a:xfrm>
          <a:prstGeom prst="ellipse">
            <a:avLst/>
          </a:prstGeom>
          <a:solidFill>
            <a:srgbClr val="FF8A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9"/>
          <p:cNvSpPr/>
          <p:nvPr/>
        </p:nvSpPr>
        <p:spPr>
          <a:xfrm>
            <a:off x="6859540" y="4950324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231A4A"/>
          </a:solidFill>
          <a:ln w="1905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220"/>
          <p:cNvSpPr txBox="1"/>
          <p:nvPr/>
        </p:nvSpPr>
        <p:spPr>
          <a:xfrm>
            <a:off x="6859540" y="49376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/>
          </a:p>
        </p:txBody>
      </p:sp>
      <p:sp>
        <p:nvSpPr>
          <p:cNvPr id="221" name="Shape 221"/>
          <p:cNvSpPr/>
          <p:nvPr/>
        </p:nvSpPr>
        <p:spPr>
          <a:xfrm>
            <a:off x="7238351" y="2812020"/>
            <a:ext cx="637207" cy="207041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2"/>
          <p:cNvSpPr/>
          <p:nvPr/>
        </p:nvSpPr>
        <p:spPr>
          <a:xfrm>
            <a:off x="7155801" y="2729470"/>
            <a:ext cx="165100" cy="165100"/>
          </a:xfrm>
          <a:prstGeom prst="ellipse">
            <a:avLst/>
          </a:prstGeom>
          <a:solidFill>
            <a:srgbClr val="FF8A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Shape 223"/>
          <p:cNvSpPr/>
          <p:nvPr/>
        </p:nvSpPr>
        <p:spPr>
          <a:xfrm>
            <a:off x="5556034" y="2467855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231A4A"/>
          </a:solidFill>
          <a:ln w="1905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4"/>
          <p:cNvSpPr txBox="1"/>
          <p:nvPr/>
        </p:nvSpPr>
        <p:spPr>
          <a:xfrm>
            <a:off x="5594134" y="2467855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extracted/img-007.png"/>
          <p:cNvPicPr>
            <a:picLocks noChangeAspect="1"/>
          </p:cNvPicPr>
          <p:nvPr/>
        </p:nvPicPr>
        <p:blipFill>
          <a:blip r:embed="rId3"/>
          <a:srcRect t="5514" b="5514"/>
          <a:stretch>
            <a:fillRect/>
          </a:stretch>
        </p:blipFill>
        <p:spPr>
          <a:xfrm>
            <a:off x="521208" y="1950720"/>
            <a:ext cx="3931920" cy="44035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" y="-119788"/>
            <a:ext cx="11045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Disputes Evolve, Decisions Shouldn't Freeze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892040" y="1950720"/>
            <a:ext cx="6675120" cy="1294566"/>
          </a:xfrm>
          <a:prstGeom prst="roundRect">
            <a:avLst>
              <a:gd name="adj" fmla="val 5161"/>
            </a:avLst>
          </a:prstGeom>
          <a:ln w="15875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892040" y="1950720"/>
            <a:ext cx="54864" cy="1417320"/>
          </a:xfrm>
          <a:prstGeom prst="rect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166360" y="20152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Arrives Late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23992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proof surfaces days or weeks after the initial claim is filed — long after your system has already locked in a decision.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3550920"/>
            <a:ext cx="6675120" cy="1294566"/>
          </a:xfrm>
          <a:prstGeom prst="roundRect">
            <a:avLst>
              <a:gd name="adj" fmla="val 5161"/>
            </a:avLst>
          </a:prstGeom>
          <a:ln w="15875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92040" y="3550920"/>
            <a:ext cx="54864" cy="1417320"/>
          </a:xfrm>
          <a:prstGeom prst="rect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166360" y="36154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operations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5166360" y="39994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reconstruct the story manually after a dispute is already costly.</a:t>
            </a:r>
          </a:p>
        </p:txBody>
      </p:sp>
      <p:sp>
        <p:nvSpPr>
          <p:cNvPr id="13" name="Shape 10"/>
          <p:cNvSpPr/>
          <p:nvPr/>
        </p:nvSpPr>
        <p:spPr>
          <a:xfrm>
            <a:off x="4892040" y="5151120"/>
            <a:ext cx="6675120" cy="1294566"/>
          </a:xfrm>
          <a:prstGeom prst="roundRect">
            <a:avLst>
              <a:gd name="adj" fmla="val 5161"/>
            </a:avLst>
          </a:prstGeom>
          <a:ln w="15875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5151120"/>
            <a:ext cx="54864" cy="1417320"/>
          </a:xfrm>
          <a:prstGeom prst="rect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166360" y="52156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Knows What Broke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55996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evidences  contradicts old conclusions — but you have no way to know which decisions are now incorrect or how many are affected.</a:t>
            </a:r>
            <a:endParaRPr lang="en-US" sz="1200" dirty="0"/>
          </a:p>
        </p:txBody>
      </p:sp>
      <p:sp>
        <p:nvSpPr>
          <p:cNvPr id="18" name="Text 116">
            <a:extLst>
              <a:ext uri="{FF2B5EF4-FFF2-40B4-BE49-F238E27FC236}">
                <a16:creationId xmlns:a16="http://schemas.microsoft.com/office/drawing/2014/main" id="{1BEAB343-82F4-3573-236F-EABDEFB485A7}"/>
              </a:ext>
            </a:extLst>
          </p:cNvPr>
          <p:cNvSpPr/>
          <p:nvPr/>
        </p:nvSpPr>
        <p:spPr>
          <a:xfrm>
            <a:off x="365760" y="644568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lang="en-US" sz="850" dirty="0"/>
          </a:p>
        </p:txBody>
      </p:sp>
      <p:sp>
        <p:nvSpPr>
          <p:cNvPr id="19" name="GenAI Header">
            <a:extLst>
              <a:ext uri="{FF2B5EF4-FFF2-40B4-BE49-F238E27FC236}">
                <a16:creationId xmlns:a16="http://schemas.microsoft.com/office/drawing/2014/main" id="{9BE53429-6A5E-C5A5-00CA-B59E8EE78E40}"/>
              </a:ext>
            </a:extLst>
          </p:cNvPr>
          <p:cNvSpPr txBox="1"/>
          <p:nvPr/>
        </p:nvSpPr>
        <p:spPr>
          <a:xfrm>
            <a:off x="521208" y="638081"/>
            <a:ext cx="11238992" cy="514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Aptos" panose="020B0004020202020204" pitchFamily="34" charset="0"/>
                <a:ea typeface="+mn-lt"/>
                <a:cs typeface="+mn-lt"/>
              </a:rPr>
              <a:t>Real Problem: </a:t>
            </a:r>
            <a:r>
              <a:rPr lang="en-US" sz="1400" b="1" u="sng" dirty="0">
                <a:solidFill>
                  <a:schemeClr val="bg1"/>
                </a:solidFill>
                <a:latin typeface="Aptos" panose="020B0004020202020204" pitchFamily="34" charset="0"/>
                <a:ea typeface="+mn-lt"/>
                <a:cs typeface="+mn-lt"/>
              </a:rPr>
              <a:t>The challenge is not collecting dispute data — it’s reconstructing the truth before a decision is locked in</a:t>
            </a:r>
            <a:endParaRPr lang="en-US" sz="1200" b="1" u="sng" dirty="0">
              <a:solidFill>
                <a:schemeClr val="bg1"/>
              </a:solidFill>
              <a:latin typeface="Aptos" panose="020B0004020202020204" pitchFamily="34" charset="0"/>
              <a:ea typeface="+mn-lt"/>
              <a:cs typeface="+mn-lt"/>
            </a:endParaRPr>
          </a:p>
        </p:txBody>
      </p:sp>
      <p:sp>
        <p:nvSpPr>
          <p:cNvPr id="21" name="Flow 1">
            <a:extLst>
              <a:ext uri="{FF2B5EF4-FFF2-40B4-BE49-F238E27FC236}">
                <a16:creationId xmlns:a16="http://schemas.microsoft.com/office/drawing/2014/main" id="{C6D8EC69-AD50-FD4B-1362-FC78CE5D3566}"/>
              </a:ext>
            </a:extLst>
          </p:cNvPr>
          <p:cNvSpPr/>
          <p:nvPr/>
        </p:nvSpPr>
        <p:spPr>
          <a:xfrm>
            <a:off x="340000" y="1223004"/>
            <a:ext cx="2050000" cy="540000"/>
          </a:xfrm>
          <a:prstGeom prst="chevron">
            <a:avLst>
              <a:gd name="adj" fmla="val 25000"/>
            </a:avLst>
          </a:prstGeom>
          <a:solidFill>
            <a:srgbClr val="224267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Houschka Rounded Alt DemiBold" panose="020F0703000000020003" pitchFamily="34" charset="0"/>
              </a:rPr>
              <a:t>Scattered Evidence</a:t>
            </a:r>
          </a:p>
        </p:txBody>
      </p:sp>
      <p:sp>
        <p:nvSpPr>
          <p:cNvPr id="23" name="Flow 2">
            <a:extLst>
              <a:ext uri="{FF2B5EF4-FFF2-40B4-BE49-F238E27FC236}">
                <a16:creationId xmlns:a16="http://schemas.microsoft.com/office/drawing/2014/main" id="{CE40B9D7-703F-5A8E-2D35-2A3D1D5C90AD}"/>
              </a:ext>
            </a:extLst>
          </p:cNvPr>
          <p:cNvSpPr/>
          <p:nvPr/>
        </p:nvSpPr>
        <p:spPr>
          <a:xfrm>
            <a:off x="2170000" y="1223004"/>
            <a:ext cx="2050000" cy="540000"/>
          </a:xfrm>
          <a:prstGeom prst="chevron">
            <a:avLst>
              <a:gd name="adj" fmla="val 25000"/>
            </a:avLst>
          </a:prstGeom>
          <a:solidFill>
            <a:srgbClr val="2B548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>
                <a:solidFill>
                  <a:schemeClr val="bg1"/>
                </a:solidFill>
                <a:latin typeface="Houschka Rounded Alt DemiBold" panose="020F0703000000020003" pitchFamily="34" charset="0"/>
              </a:rPr>
              <a:t>Frozen Decision</a:t>
            </a:r>
          </a:p>
        </p:txBody>
      </p:sp>
      <p:sp>
        <p:nvSpPr>
          <p:cNvPr id="25" name="Flow 3">
            <a:extLst>
              <a:ext uri="{FF2B5EF4-FFF2-40B4-BE49-F238E27FC236}">
                <a16:creationId xmlns:a16="http://schemas.microsoft.com/office/drawing/2014/main" id="{74DC1D20-6DB2-97D2-E142-782D8907B494}"/>
              </a:ext>
            </a:extLst>
          </p:cNvPr>
          <p:cNvSpPr/>
          <p:nvPr/>
        </p:nvSpPr>
        <p:spPr>
          <a:xfrm>
            <a:off x="4000000" y="1223004"/>
            <a:ext cx="2050000" cy="540000"/>
          </a:xfrm>
          <a:prstGeom prst="chevron">
            <a:avLst>
              <a:gd name="adj" fmla="val 25000"/>
            </a:avLst>
          </a:prstGeom>
          <a:solidFill>
            <a:srgbClr val="35679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Houschka Rounded Alt DemiBold" panose="020F0703000000020003" pitchFamily="34" charset="0"/>
              </a:rPr>
              <a:t>Late Evidence</a:t>
            </a:r>
          </a:p>
        </p:txBody>
      </p:sp>
      <p:sp>
        <p:nvSpPr>
          <p:cNvPr id="27" name="Flow 4">
            <a:extLst>
              <a:ext uri="{FF2B5EF4-FFF2-40B4-BE49-F238E27FC236}">
                <a16:creationId xmlns:a16="http://schemas.microsoft.com/office/drawing/2014/main" id="{E969226F-6D3C-610D-A766-3FDACD903492}"/>
              </a:ext>
            </a:extLst>
          </p:cNvPr>
          <p:cNvSpPr/>
          <p:nvPr/>
        </p:nvSpPr>
        <p:spPr>
          <a:xfrm>
            <a:off x="5830000" y="1223004"/>
            <a:ext cx="2050000" cy="540000"/>
          </a:xfrm>
          <a:prstGeom prst="chevron">
            <a:avLst>
              <a:gd name="adj" fmla="val 25000"/>
            </a:avLst>
          </a:prstGeom>
          <a:solidFill>
            <a:srgbClr val="4E84C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Houschka Rounded Alt DemiBold" panose="020F0703000000020003" pitchFamily="34" charset="0"/>
              </a:rPr>
              <a:t>Manual Reconstruction</a:t>
            </a:r>
          </a:p>
        </p:txBody>
      </p:sp>
      <p:sp>
        <p:nvSpPr>
          <p:cNvPr id="29" name="Flow 5">
            <a:extLst>
              <a:ext uri="{FF2B5EF4-FFF2-40B4-BE49-F238E27FC236}">
                <a16:creationId xmlns:a16="http://schemas.microsoft.com/office/drawing/2014/main" id="{FF66568B-F321-D562-2ADC-1A97B509B5E5}"/>
              </a:ext>
            </a:extLst>
          </p:cNvPr>
          <p:cNvSpPr/>
          <p:nvPr/>
        </p:nvSpPr>
        <p:spPr>
          <a:xfrm>
            <a:off x="7660000" y="1223004"/>
            <a:ext cx="2050000" cy="540000"/>
          </a:xfrm>
          <a:prstGeom prst="chevron">
            <a:avLst>
              <a:gd name="adj" fmla="val 25000"/>
            </a:avLst>
          </a:prstGeom>
          <a:solidFill>
            <a:srgbClr val="6295CE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US" sz="1050" b="1">
                <a:solidFill>
                  <a:schemeClr val="bg1"/>
                </a:solidFill>
                <a:latin typeface="Houschka Rounded Alt DemiBold"/>
              </a:rPr>
              <a:t>Wrong Outcomes</a:t>
            </a:r>
            <a:endParaRPr lang="en-US" sz="1050" b="1">
              <a:solidFill>
                <a:schemeClr val="bg1"/>
              </a:solidFill>
              <a:latin typeface="Houschka Rounded Alt DemiBold" panose="020F0703000000020003" pitchFamily="34" charset="0"/>
            </a:endParaRPr>
          </a:p>
        </p:txBody>
      </p:sp>
      <p:sp>
        <p:nvSpPr>
          <p:cNvPr id="31" name="Flow 6">
            <a:extLst>
              <a:ext uri="{FF2B5EF4-FFF2-40B4-BE49-F238E27FC236}">
                <a16:creationId xmlns:a16="http://schemas.microsoft.com/office/drawing/2014/main" id="{3D17EC83-303A-9FA5-46CE-0E0AE5141B5D}"/>
              </a:ext>
            </a:extLst>
          </p:cNvPr>
          <p:cNvSpPr/>
          <p:nvPr/>
        </p:nvSpPr>
        <p:spPr>
          <a:xfrm>
            <a:off x="9490000" y="1223004"/>
            <a:ext cx="2050000" cy="540000"/>
          </a:xfrm>
          <a:prstGeom prst="chevron">
            <a:avLst>
              <a:gd name="adj" fmla="val 25000"/>
            </a:avLst>
          </a:prstGeom>
          <a:solidFill>
            <a:srgbClr val="7FA9D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>
                <a:solidFill>
                  <a:schemeClr val="bg1"/>
                </a:solidFill>
                <a:latin typeface="Houschka Rounded Alt DemiBold" panose="020F0703000000020003" pitchFamily="34" charset="0"/>
              </a:rPr>
              <a:t>No Impact Tracing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Banks Struggle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2648" y="2304288"/>
            <a:ext cx="4946904" cy="3163824"/>
          </a:xfrm>
          <a:prstGeom prst="roundRect">
            <a:avLst>
              <a:gd name="adj" fmla="val 2312"/>
            </a:avLst>
          </a:prstGeom>
          <a:solidFill>
            <a:srgbClr val="F4F1E8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extracted/img-012.png"/>
          <p:cNvPicPr>
            <a:picLocks noChangeAspect="1"/>
          </p:cNvPicPr>
          <p:nvPr/>
        </p:nvPicPr>
        <p:blipFill>
          <a:blip r:embed="rId3"/>
          <a:srcRect l="5437" r="5437"/>
          <a:stretch>
            <a:fillRect/>
          </a:stretch>
        </p:blipFill>
        <p:spPr>
          <a:xfrm>
            <a:off x="640080" y="2331720"/>
            <a:ext cx="4892040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22786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Scattered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6626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merchant, bank, courier, and authentication data live in entirely separate systems. No one sees the full picture.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6502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Made Blind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0342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stitch fragments together — missing dots that a connected system would catch instantly.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50218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Truth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54058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facts change, there is no way to trace impact across prior decisions. Errors compound silently.</a:t>
            </a:r>
            <a:endParaRPr lang="en-US" sz="1250" dirty="0"/>
          </a:p>
        </p:txBody>
      </p:sp>
      <p:sp>
        <p:nvSpPr>
          <p:cNvPr id="13" name="Text 116">
            <a:extLst>
              <a:ext uri="{FF2B5EF4-FFF2-40B4-BE49-F238E27FC236}">
                <a16:creationId xmlns:a16="http://schemas.microsoft.com/office/drawing/2014/main" id="{AF235E9F-A10C-2541-C56B-2AC3E567BDC4}"/>
              </a:ext>
            </a:extLst>
          </p:cNvPr>
          <p:cNvSpPr/>
          <p:nvPr/>
        </p:nvSpPr>
        <p:spPr>
          <a:xfrm>
            <a:off x="365760" y="644568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lang="en-US" sz="850" dirty="0"/>
          </a:p>
        </p:txBody>
      </p:sp>
      <p:sp>
        <p:nvSpPr>
          <p:cNvPr id="200" name="Flow 1"/>
          <p:cNvSpPr/>
          <p:nvPr/>
        </p:nvSpPr>
        <p:spPr>
          <a:xfrm>
            <a:off x="640080" y="1500000"/>
            <a:ext cx="3800000" cy="480000"/>
          </a:xfrm>
          <a:prstGeom prst="chevron">
            <a:avLst>
              <a:gd name="adj" fmla="val 25000"/>
            </a:avLst>
          </a:prstGeom>
          <a:solidFill>
            <a:srgbClr val="224267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Evidence Scattered</a:t>
            </a:r>
          </a:p>
        </p:txBody>
      </p:sp>
      <p:sp>
        <p:nvSpPr>
          <p:cNvPr id="201" name="Flow 2"/>
          <p:cNvSpPr/>
          <p:nvPr/>
        </p:nvSpPr>
        <p:spPr>
          <a:xfrm>
            <a:off x="4340080" y="1500000"/>
            <a:ext cx="3800000" cy="480000"/>
          </a:xfrm>
          <a:prstGeom prst="chevron">
            <a:avLst>
              <a:gd name="adj" fmla="val 25000"/>
            </a:avLst>
          </a:prstGeom>
          <a:solidFill>
            <a:srgbClr val="35679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Decisions Made Blind</a:t>
            </a:r>
          </a:p>
        </p:txBody>
      </p:sp>
      <p:sp>
        <p:nvSpPr>
          <p:cNvPr id="202" name="Flow 3"/>
          <p:cNvSpPr/>
          <p:nvPr/>
        </p:nvSpPr>
        <p:spPr>
          <a:xfrm>
            <a:off x="8040080" y="1500000"/>
            <a:ext cx="3800000" cy="480000"/>
          </a:xfrm>
          <a:prstGeom prst="chevron">
            <a:avLst>
              <a:gd name="adj" fmla="val 25000"/>
            </a:avLst>
          </a:prstGeom>
          <a:solidFill>
            <a:srgbClr val="6295C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No Single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>
          <a:gsLst>
            <a:gs pos="0">
              <a:srgbClr val="2B1355"/>
            </a:gs>
            <a:gs pos="45000">
              <a:srgbClr val="150A33"/>
            </a:gs>
            <a:gs pos="100000">
              <a:srgbClr val="07031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80" y="472440"/>
            <a:ext cx="90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spc="0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CEDAR | How a Dispute Evolves</a:t>
            </a:r>
            <a:endParaRPr lang="en-US" sz="32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097280"/>
            <a:ext cx="1091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spc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investigation state that continuously connects evidence, reasoning, controls and decisions.</a:t>
            </a:r>
            <a:endParaRPr lang="en-US" sz="1300"/>
          </a:p>
        </p:txBody>
      </p:sp>
      <p:sp>
        <p:nvSpPr>
          <p:cNvPr id="6" name="Text 6"/>
          <p:cNvSpPr txBox="1"/>
          <p:nvPr/>
        </p:nvSpPr>
        <p:spPr>
          <a:xfrm>
            <a:off x="914400" y="2274500"/>
            <a:ext cx="20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spc="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2340080" y="2274500"/>
            <a:ext cx="70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spc="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 ·   Issuer   ·   Merchant   ·   Acquirer   ·   Documents   ·   External systems/Correspondence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640080" y="2700300"/>
            <a:ext cx="2036064" cy="1900000"/>
          </a:xfrm>
          <a:prstGeom prst="roundRect">
            <a:avLst>
              <a:gd name="adj" fmla="val 6000"/>
            </a:avLst>
          </a:prstGeom>
          <a:solidFill>
            <a:srgbClr val="221547"/>
          </a:solidFill>
          <a:ln w="1270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822960" y="2883180"/>
            <a:ext cx="320040" cy="320040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822960" y="28831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/>
          </a:p>
        </p:txBody>
      </p:sp>
      <p:sp>
        <p:nvSpPr>
          <p:cNvPr id="11" name="Text 11"/>
          <p:cNvSpPr txBox="1"/>
          <p:nvPr/>
        </p:nvSpPr>
        <p:spPr>
          <a:xfrm>
            <a:off x="1234440" y="2883180"/>
            <a:ext cx="1258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850"/>
          </a:p>
        </p:txBody>
      </p:sp>
      <p:sp>
        <p:nvSpPr>
          <p:cNvPr id="12" name="Text 12"/>
          <p:cNvSpPr txBox="1"/>
          <p:nvPr/>
        </p:nvSpPr>
        <p:spPr>
          <a:xfrm>
            <a:off x="822960" y="3340380"/>
            <a:ext cx="167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evidence together</a:t>
            </a:r>
            <a:endParaRPr lang="en-US" sz="1250"/>
          </a:p>
        </p:txBody>
      </p:sp>
      <p:sp>
        <p:nvSpPr>
          <p:cNvPr id="13" name="Text 13"/>
          <p:cNvSpPr txBox="1"/>
          <p:nvPr/>
        </p:nvSpPr>
        <p:spPr>
          <a:xfrm>
            <a:off x="822960" y="3980460"/>
            <a:ext cx="1670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spc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evidence with source, time and history.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2703576" y="3614700"/>
            <a:ext cx="128016" cy="128016"/>
          </a:xfrm>
          <a:prstGeom prst="rightArrow">
            <a:avLst/>
          </a:prstGeom>
          <a:solidFill>
            <a:srgbClr val="7A5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2859024" y="2700300"/>
            <a:ext cx="2036064" cy="1900000"/>
          </a:xfrm>
          <a:prstGeom prst="roundRect">
            <a:avLst>
              <a:gd name="adj" fmla="val 6000"/>
            </a:avLst>
          </a:prstGeom>
          <a:solidFill>
            <a:srgbClr val="221547"/>
          </a:solidFill>
          <a:ln w="1270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3041904" y="2883180"/>
            <a:ext cx="320040" cy="320040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3041904" y="28831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/>
          </a:p>
        </p:txBody>
      </p:sp>
      <p:sp>
        <p:nvSpPr>
          <p:cNvPr id="18" name="Text 18"/>
          <p:cNvSpPr txBox="1"/>
          <p:nvPr/>
        </p:nvSpPr>
        <p:spPr>
          <a:xfrm>
            <a:off x="3453384" y="2883180"/>
            <a:ext cx="1258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50"/>
          </a:p>
        </p:txBody>
      </p:sp>
      <p:sp>
        <p:nvSpPr>
          <p:cNvPr id="19" name="Text 19"/>
          <p:cNvSpPr txBox="1"/>
          <p:nvPr/>
        </p:nvSpPr>
        <p:spPr>
          <a:xfrm>
            <a:off x="3041904" y="3340380"/>
            <a:ext cx="167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case picture</a:t>
            </a:r>
            <a:endParaRPr lang="en-US" sz="1250"/>
          </a:p>
        </p:txBody>
      </p:sp>
      <p:sp>
        <p:nvSpPr>
          <p:cNvPr id="20" name="Text 20"/>
          <p:cNvSpPr txBox="1"/>
          <p:nvPr/>
        </p:nvSpPr>
        <p:spPr>
          <a:xfrm>
            <a:off x="3041904" y="3980460"/>
            <a:ext cx="1670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spc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transactions, evidence, facts and relationships.</a:t>
            </a:r>
            <a:endParaRPr lang="en-US" sz="1000"/>
          </a:p>
        </p:txBody>
      </p:sp>
      <p:sp>
        <p:nvSpPr>
          <p:cNvPr id="21" name="Shape 21"/>
          <p:cNvSpPr/>
          <p:nvPr/>
        </p:nvSpPr>
        <p:spPr>
          <a:xfrm>
            <a:off x="4922520" y="3614700"/>
            <a:ext cx="128016" cy="128016"/>
          </a:xfrm>
          <a:prstGeom prst="rightArrow">
            <a:avLst/>
          </a:prstGeom>
          <a:solidFill>
            <a:srgbClr val="7A5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5077968" y="2700300"/>
            <a:ext cx="2036064" cy="1900000"/>
          </a:xfrm>
          <a:prstGeom prst="roundRect">
            <a:avLst>
              <a:gd name="adj" fmla="val 6000"/>
            </a:avLst>
          </a:prstGeom>
          <a:solidFill>
            <a:srgbClr val="221547"/>
          </a:solidFill>
          <a:ln w="1270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5260848" y="2883180"/>
            <a:ext cx="320040" cy="320040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5260848" y="28831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/>
          </a:p>
        </p:txBody>
      </p:sp>
      <p:sp>
        <p:nvSpPr>
          <p:cNvPr id="25" name="Text 25"/>
          <p:cNvSpPr txBox="1"/>
          <p:nvPr/>
        </p:nvSpPr>
        <p:spPr>
          <a:xfrm>
            <a:off x="5672328" y="2883180"/>
            <a:ext cx="1258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/>
          </a:p>
        </p:txBody>
      </p:sp>
      <p:sp>
        <p:nvSpPr>
          <p:cNvPr id="26" name="Text 26"/>
          <p:cNvSpPr txBox="1"/>
          <p:nvPr/>
        </p:nvSpPr>
        <p:spPr>
          <a:xfrm>
            <a:off x="5260848" y="3340380"/>
            <a:ext cx="167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it means</a:t>
            </a:r>
            <a:endParaRPr lang="en-US" sz="1250"/>
          </a:p>
        </p:txBody>
      </p:sp>
      <p:sp>
        <p:nvSpPr>
          <p:cNvPr id="27" name="Text 27"/>
          <p:cNvSpPr txBox="1"/>
          <p:nvPr/>
        </p:nvSpPr>
        <p:spPr>
          <a:xfrm>
            <a:off x="5260848" y="3980460"/>
            <a:ext cx="1670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spc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contradictions, tests explanations and clarifies what is missing.</a:t>
            </a:r>
            <a:endParaRPr lang="en-US" sz="1000"/>
          </a:p>
        </p:txBody>
      </p:sp>
      <p:sp>
        <p:nvSpPr>
          <p:cNvPr id="28" name="Shape 28"/>
          <p:cNvSpPr/>
          <p:nvPr/>
        </p:nvSpPr>
        <p:spPr>
          <a:xfrm>
            <a:off x="7141464" y="3614700"/>
            <a:ext cx="128016" cy="128016"/>
          </a:xfrm>
          <a:prstGeom prst="rightArrow">
            <a:avLst/>
          </a:prstGeom>
          <a:solidFill>
            <a:srgbClr val="7A5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7296912" y="2700300"/>
            <a:ext cx="2036064" cy="1900000"/>
          </a:xfrm>
          <a:prstGeom prst="roundRect">
            <a:avLst>
              <a:gd name="adj" fmla="val 6000"/>
            </a:avLst>
          </a:prstGeom>
          <a:solidFill>
            <a:srgbClr val="221547"/>
          </a:solidFill>
          <a:ln w="1270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7479792" y="2883180"/>
            <a:ext cx="320040" cy="320040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7479792" y="28831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/>
          </a:p>
        </p:txBody>
      </p:sp>
      <p:sp>
        <p:nvSpPr>
          <p:cNvPr id="32" name="Text 32"/>
          <p:cNvSpPr txBox="1"/>
          <p:nvPr/>
        </p:nvSpPr>
        <p:spPr>
          <a:xfrm>
            <a:off x="7891272" y="2883180"/>
            <a:ext cx="1258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50"/>
          </a:p>
        </p:txBody>
      </p:sp>
      <p:sp>
        <p:nvSpPr>
          <p:cNvPr id="33" name="Text 33"/>
          <p:cNvSpPr txBox="1"/>
          <p:nvPr/>
        </p:nvSpPr>
        <p:spPr>
          <a:xfrm>
            <a:off x="7479792" y="3340380"/>
            <a:ext cx="167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decision</a:t>
            </a:r>
            <a:endParaRPr lang="en-US" sz="1250"/>
          </a:p>
        </p:txBody>
      </p:sp>
      <p:sp>
        <p:nvSpPr>
          <p:cNvPr id="34" name="Text 34"/>
          <p:cNvSpPr txBox="1"/>
          <p:nvPr/>
        </p:nvSpPr>
        <p:spPr>
          <a:xfrm>
            <a:off x="7479792" y="3980460"/>
            <a:ext cx="1670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spc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authority and human review govern the recommendation.</a:t>
            </a:r>
            <a:endParaRPr lang="en-US" sz="1000"/>
          </a:p>
        </p:txBody>
      </p:sp>
      <p:sp>
        <p:nvSpPr>
          <p:cNvPr id="35" name="Shape 35"/>
          <p:cNvSpPr/>
          <p:nvPr/>
        </p:nvSpPr>
        <p:spPr>
          <a:xfrm>
            <a:off x="9360408" y="3614700"/>
            <a:ext cx="128016" cy="128016"/>
          </a:xfrm>
          <a:prstGeom prst="rightArrow">
            <a:avLst/>
          </a:prstGeom>
          <a:solidFill>
            <a:srgbClr val="7A5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6"/>
          <p:cNvSpPr/>
          <p:nvPr/>
        </p:nvSpPr>
        <p:spPr>
          <a:xfrm>
            <a:off x="9515856" y="2700300"/>
            <a:ext cx="2036064" cy="1900000"/>
          </a:xfrm>
          <a:prstGeom prst="roundRect">
            <a:avLst>
              <a:gd name="adj" fmla="val 6000"/>
            </a:avLst>
          </a:prstGeom>
          <a:solidFill>
            <a:srgbClr val="221547"/>
          </a:solidFill>
          <a:ln w="12700">
            <a:solidFill>
              <a:srgbClr val="7A5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7"/>
          <p:cNvSpPr/>
          <p:nvPr/>
        </p:nvSpPr>
        <p:spPr>
          <a:xfrm>
            <a:off x="9698736" y="2883180"/>
            <a:ext cx="320040" cy="320040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9698736" y="28831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/>
          </a:p>
        </p:txBody>
      </p:sp>
      <p:sp>
        <p:nvSpPr>
          <p:cNvPr id="39" name="Text 39"/>
          <p:cNvSpPr txBox="1"/>
          <p:nvPr/>
        </p:nvSpPr>
        <p:spPr>
          <a:xfrm>
            <a:off x="10110216" y="2883180"/>
            <a:ext cx="1258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850"/>
          </a:p>
        </p:txBody>
      </p:sp>
      <p:sp>
        <p:nvSpPr>
          <p:cNvPr id="40" name="Text 40"/>
          <p:cNvSpPr txBox="1"/>
          <p:nvPr/>
        </p:nvSpPr>
        <p:spPr>
          <a:xfrm>
            <a:off x="9698736" y="3340380"/>
            <a:ext cx="167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confidence</a:t>
            </a:r>
            <a:endParaRPr lang="en-US" sz="1250"/>
          </a:p>
        </p:txBody>
      </p:sp>
      <p:sp>
        <p:nvSpPr>
          <p:cNvPr id="41" name="Text 41"/>
          <p:cNvSpPr txBox="1"/>
          <p:nvPr/>
        </p:nvSpPr>
        <p:spPr>
          <a:xfrm>
            <a:off x="9698736" y="3980460"/>
            <a:ext cx="1670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spc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actions run with traceability, safeguards and recovery.</a:t>
            </a:r>
            <a:endParaRPr lang="en-US" sz="1000"/>
          </a:p>
        </p:txBody>
      </p:sp>
      <p:sp>
        <p:nvSpPr>
          <p:cNvPr id="42" name="Shape 42"/>
          <p:cNvSpPr/>
          <p:nvPr/>
        </p:nvSpPr>
        <p:spPr>
          <a:xfrm>
            <a:off x="640080" y="4754880"/>
            <a:ext cx="10911840" cy="1005840"/>
          </a:xfrm>
          <a:prstGeom prst="roundRect">
            <a:avLst>
              <a:gd name="adj" fmla="val 8000"/>
            </a:avLst>
          </a:prstGeom>
          <a:solidFill>
            <a:srgbClr val="2A1656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3"/>
          <p:cNvSpPr txBox="1"/>
          <p:nvPr/>
        </p:nvSpPr>
        <p:spPr>
          <a:xfrm>
            <a:off x="960120" y="4822952"/>
            <a:ext cx="7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spc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Nexus CEDAR DIFFERENCE</a:t>
            </a:r>
            <a:endParaRPr lang="en-US" sz="950" dirty="0"/>
          </a:p>
        </p:txBody>
      </p:sp>
      <p:sp>
        <p:nvSpPr>
          <p:cNvPr id="44" name="Text 44"/>
          <p:cNvSpPr txBox="1"/>
          <p:nvPr/>
        </p:nvSpPr>
        <p:spPr>
          <a:xfrm>
            <a:off x="960120" y="5069840"/>
            <a:ext cx="9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spc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  →  IMPACT  →  REASSESS  →  DECISION V2</a:t>
            </a:r>
            <a:endParaRPr lang="en-US" sz="1500"/>
          </a:p>
        </p:txBody>
      </p:sp>
      <p:sp>
        <p:nvSpPr>
          <p:cNvPr id="45" name="Text 45"/>
          <p:cNvSpPr txBox="1"/>
          <p:nvPr/>
        </p:nvSpPr>
        <p:spPr>
          <a:xfrm>
            <a:off x="960120" y="5417312"/>
            <a:ext cx="95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spc="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identifies which conclusions are affected — preserving the original decision while making the change visible.</a:t>
            </a:r>
            <a:endParaRPr lang="en-US" sz="1000" dirty="0"/>
          </a:p>
        </p:txBody>
      </p:sp>
      <p:sp>
        <p:nvSpPr>
          <p:cNvPr id="46" name="Text 46"/>
          <p:cNvSpPr txBox="1"/>
          <p:nvPr/>
        </p:nvSpPr>
        <p:spPr>
          <a:xfrm>
            <a:off x="640080" y="5852160"/>
            <a:ext cx="1091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spc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reasons   ·   Policy controls   ·   Human judges   ·   Software executes</a:t>
            </a:r>
            <a:endParaRPr lang="en-US" sz="1000"/>
          </a:p>
        </p:txBody>
      </p:sp>
      <p:sp>
        <p:nvSpPr>
          <p:cNvPr id="48" name="Text 116">
            <a:extLst>
              <a:ext uri="{FF2B5EF4-FFF2-40B4-BE49-F238E27FC236}">
                <a16:creationId xmlns:a16="http://schemas.microsoft.com/office/drawing/2014/main" id="{26D7E21E-B501-236A-20E4-295956F74F93}"/>
              </a:ext>
            </a:extLst>
          </p:cNvPr>
          <p:cNvSpPr/>
          <p:nvPr/>
        </p:nvSpPr>
        <p:spPr>
          <a:xfrm>
            <a:off x="365760" y="644568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lang="en-US" sz="850" dirty="0"/>
          </a:p>
        </p:txBody>
      </p:sp>
      <p:sp>
        <p:nvSpPr>
          <p:cNvPr id="210" name="Flow 1"/>
          <p:cNvSpPr/>
          <p:nvPr/>
        </p:nvSpPr>
        <p:spPr>
          <a:xfrm>
            <a:off x="640080" y="1580000"/>
            <a:ext cx="2600000" cy="470000"/>
          </a:xfrm>
          <a:prstGeom prst="chevron">
            <a:avLst>
              <a:gd name="adj" fmla="val 25000"/>
            </a:avLst>
          </a:prstGeom>
          <a:solidFill>
            <a:srgbClr val="224267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01 COLLECT</a:t>
            </a:r>
          </a:p>
        </p:txBody>
      </p:sp>
      <p:sp>
        <p:nvSpPr>
          <p:cNvPr id="211" name="Flow 2"/>
          <p:cNvSpPr/>
          <p:nvPr/>
        </p:nvSpPr>
        <p:spPr>
          <a:xfrm>
            <a:off x="2718040" y="1580000"/>
            <a:ext cx="2600000" cy="470000"/>
          </a:xfrm>
          <a:prstGeom prst="chevron">
            <a:avLst>
              <a:gd name="adj" fmla="val 25000"/>
            </a:avLst>
          </a:prstGeom>
          <a:solidFill>
            <a:srgbClr val="2B548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02 CONNECT</a:t>
            </a:r>
          </a:p>
        </p:txBody>
      </p:sp>
      <p:sp>
        <p:nvSpPr>
          <p:cNvPr id="212" name="Flow 3"/>
          <p:cNvSpPr/>
          <p:nvPr/>
        </p:nvSpPr>
        <p:spPr>
          <a:xfrm>
            <a:off x="4796000" y="1580000"/>
            <a:ext cx="2600000" cy="470000"/>
          </a:xfrm>
          <a:prstGeom prst="chevron">
            <a:avLst>
              <a:gd name="adj" fmla="val 25000"/>
            </a:avLst>
          </a:prstGeom>
          <a:solidFill>
            <a:srgbClr val="35679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03 INVESTIGATE</a:t>
            </a:r>
          </a:p>
        </p:txBody>
      </p:sp>
      <p:sp>
        <p:nvSpPr>
          <p:cNvPr id="213" name="Flow 4"/>
          <p:cNvSpPr/>
          <p:nvPr/>
        </p:nvSpPr>
        <p:spPr>
          <a:xfrm>
            <a:off x="6873960" y="1580000"/>
            <a:ext cx="2600000" cy="470000"/>
          </a:xfrm>
          <a:prstGeom prst="chevron">
            <a:avLst>
              <a:gd name="adj" fmla="val 25000"/>
            </a:avLst>
          </a:prstGeom>
          <a:solidFill>
            <a:srgbClr val="4E84C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04 CONTROL</a:t>
            </a:r>
          </a:p>
        </p:txBody>
      </p:sp>
      <p:sp>
        <p:nvSpPr>
          <p:cNvPr id="214" name="Flow 5"/>
          <p:cNvSpPr/>
          <p:nvPr/>
        </p:nvSpPr>
        <p:spPr>
          <a:xfrm>
            <a:off x="8951920" y="1580000"/>
            <a:ext cx="2600000" cy="470000"/>
          </a:xfrm>
          <a:prstGeom prst="chevron">
            <a:avLst>
              <a:gd name="adj" fmla="val 25000"/>
            </a:avLst>
          </a:prstGeom>
          <a:solidFill>
            <a:srgbClr val="6295C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Houschka Rounded Alt DemiBold" panose="020F0703000000020003" pitchFamily="34" charset="0"/>
              </a:rPr>
              <a:t>05 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How Nexus CEDAR Works: The Operating Loop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769360" y="3032760"/>
            <a:ext cx="2468880" cy="2468880"/>
          </a:xfrm>
          <a:prstGeom prst="ellipse">
            <a:avLst/>
          </a:prstGeom>
          <a:ln w="177800">
            <a:solidFill>
              <a:srgbClr val="6B4F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81040" y="3032760"/>
            <a:ext cx="2468880" cy="2468880"/>
          </a:xfrm>
          <a:prstGeom prst="ellipse">
            <a:avLst/>
          </a:prstGeom>
          <a:ln w="177800">
            <a:solidFill>
              <a:srgbClr val="9B7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25592" y="3883152"/>
            <a:ext cx="768096" cy="768096"/>
          </a:xfrm>
          <a:prstGeom prst="ellipse">
            <a:avLst/>
          </a:prstGeom>
          <a:solidFill>
            <a:srgbClr val="0C0524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37260" y="28315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Dynamic Re-Evaluation of Conclusions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752840" y="26424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Competing Narrative Engine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4060" y="53004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Evidence Provenance Graph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707120" y="52862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Evidence Trust Scoring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2620" y="151563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BDB4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Seven capabilities, one loop — every new fact re-tests the story, re-scores the evidence and re-opens only what it should.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6">
            <a:extLst>
              <a:ext uri="{FF2B5EF4-FFF2-40B4-BE49-F238E27FC236}">
                <a16:creationId xmlns:a16="http://schemas.microsoft.com/office/drawing/2014/main" id="{B58794AE-23BD-4BB5-3B3E-F0D89D51659C}"/>
              </a:ext>
            </a:extLst>
          </p:cNvPr>
          <p:cNvSpPr/>
          <p:nvPr/>
        </p:nvSpPr>
        <p:spPr>
          <a:xfrm>
            <a:off x="530860" y="644568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C8F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70"/>
          <p:cNvSpPr txBox="1"/>
          <p:nvPr/>
        </p:nvSpPr>
        <p:spPr>
          <a:xfrm>
            <a:off x="734060" y="4064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Next Best Evidence Recommendation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71"/>
          <p:cNvSpPr txBox="1"/>
          <p:nvPr/>
        </p:nvSpPr>
        <p:spPr>
          <a:xfrm>
            <a:off x="8387080" y="4064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Audit Replay Capability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2"/>
          <p:cNvSpPr txBox="1"/>
          <p:nvPr/>
        </p:nvSpPr>
        <p:spPr>
          <a:xfrm>
            <a:off x="3769360" y="2210923"/>
            <a:ext cx="44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8AA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Collaboration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3165100" y="4267200"/>
            <a:ext cx="457200" cy="0"/>
          </a:xfrm>
          <a:prstGeom prst="line">
            <a:avLst/>
          </a:prstGeom>
          <a:noFill/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8366500" y="4267200"/>
            <a:ext cx="337560" cy="0"/>
          </a:xfrm>
          <a:prstGeom prst="line">
            <a:avLst/>
          </a:prstGeom>
          <a:noFill/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3468CCA-9DB1-597B-E4DF-AF6AB0EA55AC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7884160" y="2843576"/>
            <a:ext cx="868680" cy="328617"/>
          </a:xfrm>
          <a:prstGeom prst="bentConnector3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1385614-DA6A-C36D-B7DE-7C614A6CD4CE}"/>
              </a:ext>
            </a:extLst>
          </p:cNvPr>
          <p:cNvCxnSpPr>
            <a:cxnSpLocks/>
          </p:cNvCxnSpPr>
          <p:nvPr/>
        </p:nvCxnSpPr>
        <p:spPr>
          <a:xfrm>
            <a:off x="8052940" y="5237241"/>
            <a:ext cx="534540" cy="316335"/>
          </a:xfrm>
          <a:prstGeom prst="bentConnector3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F8BCBAC-F744-C0B9-02C4-94C628B2CB65}"/>
              </a:ext>
            </a:extLst>
          </p:cNvPr>
          <p:cNvCxnSpPr>
            <a:cxnSpLocks/>
          </p:cNvCxnSpPr>
          <p:nvPr/>
        </p:nvCxnSpPr>
        <p:spPr>
          <a:xfrm>
            <a:off x="3431800" y="2903312"/>
            <a:ext cx="534540" cy="403767"/>
          </a:xfrm>
          <a:prstGeom prst="bentConnector3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35A895F-3846-DC5C-BB46-9874E3792EC1}"/>
              </a:ext>
            </a:extLst>
          </p:cNvPr>
          <p:cNvCxnSpPr>
            <a:cxnSpLocks/>
          </p:cNvCxnSpPr>
          <p:nvPr/>
        </p:nvCxnSpPr>
        <p:spPr>
          <a:xfrm flipV="1">
            <a:off x="3266948" y="5092700"/>
            <a:ext cx="606552" cy="408940"/>
          </a:xfrm>
          <a:prstGeom prst="bentConnector3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Late Evidence Changes Everything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47688" y="2304288"/>
            <a:ext cx="4901184" cy="3300984"/>
          </a:xfrm>
          <a:prstGeom prst="roundRect">
            <a:avLst>
              <a:gd name="adj" fmla="val 2216"/>
            </a:avLst>
          </a:prstGeom>
          <a:solidFill>
            <a:srgbClr val="F4F1E8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extracted/img-025.png"/>
          <p:cNvPicPr>
            <a:picLocks noChangeAspect="1"/>
          </p:cNvPicPr>
          <p:nvPr/>
        </p:nvPicPr>
        <p:blipFill>
          <a:blip r:embed="rId3"/>
          <a:srcRect l="7719" r="7719"/>
          <a:stretch>
            <a:fillRect/>
          </a:stretch>
        </p:blipFill>
        <p:spPr>
          <a:xfrm>
            <a:off x="6675120" y="2331720"/>
            <a:ext cx="484632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1600200"/>
            <a:ext cx="0" cy="4206240"/>
          </a:xfrm>
          <a:prstGeom prst="line">
            <a:avLst/>
          </a:prstGeom>
          <a:noFill/>
          <a:ln w="19050">
            <a:solidFill>
              <a:srgbClr val="3D2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58952" y="1417320"/>
            <a:ext cx="402336" cy="402336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58952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Claim Filed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76479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claims non-delivery. Nexus CEDAR sets initial hypothesis: 82% likely delivered. Decision logged with full reasoning.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52" y="2880360"/>
            <a:ext cx="402336" cy="402336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58952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 — New Evidence Arrives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22783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data, delivery signature scan, and photo confirmation are ingested. Nexus CEDAR automatically re-evaluates.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8952" y="4343400"/>
            <a:ext cx="402336" cy="402336"/>
          </a:xfrm>
          <a:prstGeom prst="ellipse">
            <a:avLst/>
          </a:prstGeom>
          <a:solidFill>
            <a:srgbClr val="6B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58952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 — Hypothesis Shifts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69087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flips to 62% non-delivery. Nexus CEDAR surfaces what changed, why it changed, and what action to take next.</a:t>
            </a:r>
            <a:endParaRPr lang="en-US" sz="1200" dirty="0"/>
          </a:p>
        </p:txBody>
      </p:sp>
      <p:sp>
        <p:nvSpPr>
          <p:cNvPr id="19" name="Text 116">
            <a:extLst>
              <a:ext uri="{FF2B5EF4-FFF2-40B4-BE49-F238E27FC236}">
                <a16:creationId xmlns:a16="http://schemas.microsoft.com/office/drawing/2014/main" id="{852DC76E-5365-F5AD-7FDC-F137516E74BE}"/>
              </a:ext>
            </a:extLst>
          </p:cNvPr>
          <p:cNvSpPr/>
          <p:nvPr/>
        </p:nvSpPr>
        <p:spPr>
          <a:xfrm>
            <a:off x="365760" y="644568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5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2B187-BAA4-A7AF-965E-CE4178B7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214100"/>
            <a:ext cx="109118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0568F"/>
                </a:solidFill>
                <a:latin typeface="Cambria" pitchFamily="34" charset="0"/>
                <a:cs typeface="Cambria" pitchFamily="34" charset="-120"/>
              </a:rPr>
              <a:t>Solution Architecture: The Nexus CEDAR Platform</a:t>
            </a:r>
            <a:endParaRPr lang="en-US" sz="2800"/>
          </a:p>
        </p:txBody>
      </p:sp>
      <p:pic>
        <p:nvPicPr>
          <p:cNvPr id="581" name="Picture 580">
            <a:extLst>
              <a:ext uri="{FF2B5EF4-FFF2-40B4-BE49-F238E27FC236}">
                <a16:creationId xmlns:a16="http://schemas.microsoft.com/office/drawing/2014/main" id="{75782B78-A81B-E784-5C18-0538DAC65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" y="852130"/>
            <a:ext cx="9453282" cy="5623395"/>
          </a:xfrm>
          <a:prstGeom prst="rect">
            <a:avLst/>
          </a:prstGeom>
        </p:spPr>
      </p:pic>
      <p:pic>
        <p:nvPicPr>
          <p:cNvPr id="583" name="Picture 582">
            <a:extLst>
              <a:ext uri="{FF2B5EF4-FFF2-40B4-BE49-F238E27FC236}">
                <a16:creationId xmlns:a16="http://schemas.microsoft.com/office/drawing/2014/main" id="{05ADD5B1-D6F7-AC87-F7A8-5DB58EED7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1650" y="562875"/>
            <a:ext cx="1743318" cy="4658375"/>
          </a:xfrm>
          <a:prstGeom prst="rect">
            <a:avLst/>
          </a:prstGeom>
        </p:spPr>
      </p:pic>
      <p:pic>
        <p:nvPicPr>
          <p:cNvPr id="585" name="Picture 584">
            <a:extLst>
              <a:ext uri="{FF2B5EF4-FFF2-40B4-BE49-F238E27FC236}">
                <a16:creationId xmlns:a16="http://schemas.microsoft.com/office/drawing/2014/main" id="{35FA5BF8-1914-E498-ED5B-80FAE9CC3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282" y="5291032"/>
            <a:ext cx="1648054" cy="1514686"/>
          </a:xfrm>
          <a:prstGeom prst="rect">
            <a:avLst/>
          </a:prstGeom>
        </p:spPr>
      </p:pic>
      <p:sp>
        <p:nvSpPr>
          <p:cNvPr id="607" name="Text 152">
            <a:extLst>
              <a:ext uri="{FF2B5EF4-FFF2-40B4-BE49-F238E27FC236}">
                <a16:creationId xmlns:a16="http://schemas.microsoft.com/office/drawing/2014/main" id="{D636F44E-B039-1AF4-E446-61565D6D5979}"/>
              </a:ext>
            </a:extLst>
          </p:cNvPr>
          <p:cNvSpPr txBox="1"/>
          <p:nvPr/>
        </p:nvSpPr>
        <p:spPr>
          <a:xfrm>
            <a:off x="406399" y="6344015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 —  AI recommends.  Policy authorizes.  Human is accountable.  Software executes.  Every change is visible.</a:t>
            </a:r>
            <a:endParaRPr lang="en-US" sz="1150" dirty="0"/>
          </a:p>
        </p:txBody>
      </p:sp>
      <p:sp>
        <p:nvSpPr>
          <p:cNvPr id="613" name="Shape 151">
            <a:extLst>
              <a:ext uri="{FF2B5EF4-FFF2-40B4-BE49-F238E27FC236}">
                <a16:creationId xmlns:a16="http://schemas.microsoft.com/office/drawing/2014/main" id="{62057625-4C89-CA25-ADFC-A2E2144E5FEE}"/>
              </a:ext>
            </a:extLst>
          </p:cNvPr>
          <p:cNvSpPr/>
          <p:nvPr/>
        </p:nvSpPr>
        <p:spPr>
          <a:xfrm>
            <a:off x="563919" y="6496415"/>
            <a:ext cx="9374503" cy="320548"/>
          </a:xfrm>
          <a:prstGeom prst="roundRect">
            <a:avLst>
              <a:gd name="adj" fmla="val 19048"/>
            </a:avLst>
          </a:prstGeom>
          <a:solidFill>
            <a:srgbClr val="F6A8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5" name="Text 152">
            <a:extLst>
              <a:ext uri="{FF2B5EF4-FFF2-40B4-BE49-F238E27FC236}">
                <a16:creationId xmlns:a16="http://schemas.microsoft.com/office/drawing/2014/main" id="{3B7C80B2-E11B-D166-69B9-E44AA27DC8A8}"/>
              </a:ext>
            </a:extLst>
          </p:cNvPr>
          <p:cNvSpPr txBox="1"/>
          <p:nvPr/>
        </p:nvSpPr>
        <p:spPr>
          <a:xfrm>
            <a:off x="416579" y="6464665"/>
            <a:ext cx="9590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 —  AI recommends.  Policy authorizes.  Human is accountable.  Software executes.  Every change is visible.</a:t>
            </a:r>
            <a:endParaRPr lang="en-US" sz="1150" dirty="0"/>
          </a:p>
        </p:txBody>
      </p:sp>
      <p:sp>
        <p:nvSpPr>
          <p:cNvPr id="617" name="Text 2">
            <a:extLst>
              <a:ext uri="{FF2B5EF4-FFF2-40B4-BE49-F238E27FC236}">
                <a16:creationId xmlns:a16="http://schemas.microsoft.com/office/drawing/2014/main" id="{0D75266A-608C-D17B-138A-6F66EBB40C65}"/>
              </a:ext>
            </a:extLst>
          </p:cNvPr>
          <p:cNvSpPr txBox="1"/>
          <p:nvPr/>
        </p:nvSpPr>
        <p:spPr>
          <a:xfrm>
            <a:off x="815340" y="600975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VIEW:  Claim Intake  →  Evidence  →  AI Intelligence  →  Decision  →  Human &amp; Policy Review  →  Action  →  Outcome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41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24928" y="475488"/>
            <a:ext cx="4215384" cy="5907024"/>
          </a:xfrm>
          <a:prstGeom prst="roundRect">
            <a:avLst>
              <a:gd name="adj" fmla="val 1735"/>
            </a:avLst>
          </a:prstGeom>
          <a:solidFill>
            <a:srgbClr val="F4F1E8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extracted/img-030.png"/>
          <p:cNvPicPr>
            <a:picLocks noChangeAspect="1"/>
          </p:cNvPicPr>
          <p:nvPr/>
        </p:nvPicPr>
        <p:blipFill>
          <a:blip r:embed="rId3"/>
          <a:srcRect t="5357" b="5357"/>
          <a:stretch>
            <a:fillRect/>
          </a:stretch>
        </p:blipFill>
        <p:spPr>
          <a:xfrm>
            <a:off x="7452360" y="502920"/>
            <a:ext cx="4160520" cy="5852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1234440" y="15453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AI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2938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persists across long-running investigations. Nexus CEDAR remembers everything — so your analysts don’t have to.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234440" y="27340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11810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the next action. Your team makes the final call. Authority and accountability stay where they belong.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234440" y="39227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Lineage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30682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traced, auditable, and explainable. Regulators and reviewers can follow every step with confidence.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5166360"/>
            <a:ext cx="384048" cy="38404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234440" y="51114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Execution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549554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authority levels, and idempotent actions are built into every step — so no action is taken twice by accident.</a:t>
            </a:r>
            <a:endParaRPr lang="en-US" sz="1200" dirty="0"/>
          </a:p>
        </p:txBody>
      </p:sp>
      <p:sp>
        <p:nvSpPr>
          <p:cNvPr id="18" name="Text 116">
            <a:extLst>
              <a:ext uri="{FF2B5EF4-FFF2-40B4-BE49-F238E27FC236}">
                <a16:creationId xmlns:a16="http://schemas.microsoft.com/office/drawing/2014/main" id="{60B5DED0-3C74-EF75-5412-10B35DE8DD6E}"/>
              </a:ext>
            </a:extLst>
          </p:cNvPr>
          <p:cNvSpPr/>
          <p:nvPr/>
        </p:nvSpPr>
        <p:spPr>
          <a:xfrm>
            <a:off x="365760" y="644568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886968"/>
            <a:ext cx="3986784" cy="5449824"/>
          </a:xfrm>
          <a:prstGeom prst="roundRect">
            <a:avLst>
              <a:gd name="adj" fmla="val 1835"/>
            </a:avLst>
          </a:prstGeom>
          <a:solidFill>
            <a:srgbClr val="F4F1E8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extracted/img-039.png"/>
          <p:cNvPicPr>
            <a:picLocks noChangeAspect="1"/>
          </p:cNvPicPr>
          <p:nvPr/>
        </p:nvPicPr>
        <p:blipFill>
          <a:blip r:embed="rId3"/>
          <a:srcRect t="4308" b="4308"/>
          <a:stretch>
            <a:fillRect/>
          </a:stretch>
        </p:blipFill>
        <p:spPr>
          <a:xfrm>
            <a:off x="548640" y="914400"/>
            <a:ext cx="3931920" cy="5394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92040" y="5029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Turn Disputes into 360° intelligence?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892040" y="16002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 yourself how Nexus CEDAR handles the cases your current system can’t.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892040" y="2377440"/>
            <a:ext cx="3200400" cy="0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892040" y="2450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Reconstruction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1272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Nexus CEDAR reconstruct a real dispute — with late evidence, shifting hypotheses, and full lineage — in minutes.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66760" y="2377440"/>
            <a:ext cx="3200400" cy="0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366760" y="2450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Impact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1272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stateful AI reduces manual analyst work, improves decision accuracy, and closes audit gaps.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92040" y="4617720"/>
            <a:ext cx="6675120" cy="0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892040" y="4690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4983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Scale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53675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to expand from card disputes to enterprise-wide transaction decisions using the same platform.</a:t>
            </a:r>
            <a:endParaRPr lang="en-US" sz="1150" dirty="0"/>
          </a:p>
        </p:txBody>
      </p:sp>
      <p:sp>
        <p:nvSpPr>
          <p:cNvPr id="19" name="Text 116">
            <a:extLst>
              <a:ext uri="{FF2B5EF4-FFF2-40B4-BE49-F238E27FC236}">
                <a16:creationId xmlns:a16="http://schemas.microsoft.com/office/drawing/2014/main" id="{BD25B665-600D-2318-CE18-3963B3E0F8B0}"/>
              </a:ext>
            </a:extLst>
          </p:cNvPr>
          <p:cNvSpPr/>
          <p:nvPr/>
        </p:nvSpPr>
        <p:spPr>
          <a:xfrm>
            <a:off x="365760" y="644568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401"/>
          <p:cNvSpPr txBox="1"/>
          <p:nvPr/>
        </p:nvSpPr>
        <p:spPr>
          <a:xfrm>
            <a:off x="640080" y="420000"/>
            <a:ext cx="7600000" cy="5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0568F"/>
                </a:solidFill>
                <a:latin typeface="Cambria" pitchFamily="34" charset="0"/>
                <a:cs typeface="Cambria" pitchFamily="34" charset="-120"/>
              </a:rPr>
              <a:t>Where Disputes End Up: Before and After the Agent</a:t>
            </a:r>
            <a:endParaRPr lang="en-US" sz="2200"/>
          </a:p>
        </p:txBody>
      </p:sp>
      <p:sp>
        <p:nvSpPr>
          <p:cNvPr id="402" name="Text 402"/>
          <p:cNvSpPr txBox="1"/>
          <p:nvPr/>
        </p:nvSpPr>
        <p:spPr>
          <a:xfrm>
            <a:off x="726920" y="6346057"/>
            <a:ext cx="7600000" cy="2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150" b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cs typeface="Cambria" pitchFamily="34" charset="-120"/>
              </a:rPr>
              <a:t>Volume reaching each stage out of 100,000 monthly dispute intents</a:t>
            </a:r>
            <a:endParaRPr lang="en-US" sz="115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3" name="Bar 403"/>
          <p:cNvSpPr/>
          <p:nvPr/>
        </p:nvSpPr>
        <p:spPr>
          <a:xfrm>
            <a:off x="8251920" y="470000"/>
            <a:ext cx="150000" cy="15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4" name="Text 404"/>
          <p:cNvSpPr txBox="1"/>
          <p:nvPr/>
        </p:nvSpPr>
        <p:spPr>
          <a:xfrm>
            <a:off x="8481920" y="420000"/>
            <a:ext cx="1200000" cy="25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00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Current state</a:t>
            </a:r>
            <a:endParaRPr lang="en-US" sz="1000"/>
          </a:p>
        </p:txBody>
      </p:sp>
      <p:sp>
        <p:nvSpPr>
          <p:cNvPr id="405" name="Bar 405"/>
          <p:cNvSpPr/>
          <p:nvPr/>
        </p:nvSpPr>
        <p:spPr>
          <a:xfrm>
            <a:off x="9851920" y="470000"/>
            <a:ext cx="150000" cy="15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6" name="Text 406"/>
          <p:cNvSpPr txBox="1"/>
          <p:nvPr/>
        </p:nvSpPr>
        <p:spPr>
          <a:xfrm>
            <a:off x="10081920" y="420000"/>
            <a:ext cx="1400000" cy="25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With the agent</a:t>
            </a:r>
            <a:endParaRPr lang="en-US" sz="1000"/>
          </a:p>
        </p:txBody>
      </p:sp>
      <p:sp>
        <p:nvSpPr>
          <p:cNvPr id="407" name="Text 407"/>
          <p:cNvSpPr txBox="1"/>
          <p:nvPr/>
        </p:nvSpPr>
        <p:spPr>
          <a:xfrm>
            <a:off x="640080" y="1420000"/>
            <a:ext cx="24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STAGE</a:t>
            </a:r>
            <a:endParaRPr lang="en-US" sz="8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8" name="Text 408"/>
          <p:cNvSpPr txBox="1"/>
          <p:nvPr/>
        </p:nvSpPr>
        <p:spPr>
          <a:xfrm>
            <a:off x="3340080" y="1420000"/>
            <a:ext cx="24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CASES PER MONTH</a:t>
            </a:r>
            <a:endParaRPr lang="en-US" sz="8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9" name="Text 409"/>
          <p:cNvSpPr txBox="1"/>
          <p:nvPr/>
        </p:nvSpPr>
        <p:spPr>
          <a:xfrm>
            <a:off x="8850840" y="142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CHANGE</a:t>
            </a:r>
            <a:endParaRPr lang="en-US" sz="8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0" name="Bar 410"/>
          <p:cNvSpPr/>
          <p:nvPr/>
        </p:nvSpPr>
        <p:spPr>
          <a:xfrm>
            <a:off x="640080" y="1720000"/>
            <a:ext cx="10911840" cy="12700"/>
          </a:xfrm>
          <a:prstGeom prst="rect">
            <a:avLst/>
          </a:prstGeom>
          <a:solidFill>
            <a:srgbClr val="594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1" name="Text 411"/>
          <p:cNvSpPr txBox="1"/>
          <p:nvPr/>
        </p:nvSpPr>
        <p:spPr>
          <a:xfrm>
            <a:off x="640080" y="194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Dispute intents</a:t>
            </a:r>
            <a:endParaRPr lang="en-US" sz="1200"/>
          </a:p>
        </p:txBody>
      </p:sp>
      <p:sp>
        <p:nvSpPr>
          <p:cNvPr id="412" name="Text 412"/>
          <p:cNvSpPr txBox="1"/>
          <p:nvPr/>
        </p:nvSpPr>
        <p:spPr>
          <a:xfrm>
            <a:off x="640080" y="2220000"/>
            <a:ext cx="25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Raised with the bank</a:t>
            </a:r>
            <a:endParaRPr lang="en-US" sz="950"/>
          </a:p>
        </p:txBody>
      </p:sp>
      <p:sp>
        <p:nvSpPr>
          <p:cNvPr id="413" name="Bar 413"/>
          <p:cNvSpPr/>
          <p:nvPr/>
        </p:nvSpPr>
        <p:spPr>
          <a:xfrm>
            <a:off x="3340080" y="1970000"/>
            <a:ext cx="4400000" cy="18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4" name="Bar 414"/>
          <p:cNvSpPr/>
          <p:nvPr/>
        </p:nvSpPr>
        <p:spPr>
          <a:xfrm>
            <a:off x="3340080" y="2220000"/>
            <a:ext cx="4400000" cy="20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5" name="Text 415"/>
          <p:cNvSpPr txBox="1"/>
          <p:nvPr/>
        </p:nvSpPr>
        <p:spPr>
          <a:xfrm>
            <a:off x="7860080" y="1970000"/>
            <a:ext cx="1700000" cy="1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100,000   100.0%</a:t>
            </a:r>
            <a:endParaRPr lang="en-US" sz="950"/>
          </a:p>
        </p:txBody>
      </p:sp>
      <p:sp>
        <p:nvSpPr>
          <p:cNvPr id="416" name="Text 416"/>
          <p:cNvSpPr txBox="1"/>
          <p:nvPr/>
        </p:nvSpPr>
        <p:spPr>
          <a:xfrm>
            <a:off x="7860080" y="2220000"/>
            <a:ext cx="1700000" cy="2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100,000   100.0%</a:t>
            </a:r>
            <a:endParaRPr lang="en-US" sz="950"/>
          </a:p>
        </p:txBody>
      </p:sp>
      <p:sp>
        <p:nvSpPr>
          <p:cNvPr id="417" name="Bar 417"/>
          <p:cNvSpPr/>
          <p:nvPr/>
        </p:nvSpPr>
        <p:spPr>
          <a:xfrm>
            <a:off x="10051920" y="2010000"/>
            <a:ext cx="1500000" cy="340000"/>
          </a:xfrm>
          <a:prstGeom prst="roundRect">
            <a:avLst>
              <a:gd name="adj" fmla="val 18000"/>
            </a:avLst>
          </a:prstGeom>
          <a:solidFill>
            <a:srgbClr val="241A52"/>
          </a:solidFill>
          <a:ln w="12700">
            <a:solidFill>
              <a:srgbClr val="594B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8" name="Text 418"/>
          <p:cNvSpPr txBox="1"/>
          <p:nvPr/>
        </p:nvSpPr>
        <p:spPr>
          <a:xfrm>
            <a:off x="10051920" y="2010000"/>
            <a:ext cx="1500000" cy="340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Baseline</a:t>
            </a:r>
            <a:endParaRPr lang="en-US" sz="11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9" name="Text 419"/>
          <p:cNvSpPr txBox="1"/>
          <p:nvPr/>
        </p:nvSpPr>
        <p:spPr>
          <a:xfrm>
            <a:off x="640080" y="263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Raised as a dispute</a:t>
            </a:r>
            <a:endParaRPr lang="en-US" sz="1200"/>
          </a:p>
        </p:txBody>
      </p:sp>
      <p:sp>
        <p:nvSpPr>
          <p:cNvPr id="420" name="Text 420"/>
          <p:cNvSpPr txBox="1"/>
          <p:nvPr/>
        </p:nvSpPr>
        <p:spPr>
          <a:xfrm>
            <a:off x="640080" y="2910000"/>
            <a:ext cx="25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Not deflected at intake</a:t>
            </a:r>
            <a:endParaRPr lang="en-US" sz="950"/>
          </a:p>
        </p:txBody>
      </p:sp>
      <p:sp>
        <p:nvSpPr>
          <p:cNvPr id="421" name="Bar 421"/>
          <p:cNvSpPr/>
          <p:nvPr/>
        </p:nvSpPr>
        <p:spPr>
          <a:xfrm>
            <a:off x="3340080" y="2660000"/>
            <a:ext cx="4017200" cy="18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2" name="Bar 422"/>
          <p:cNvSpPr/>
          <p:nvPr/>
        </p:nvSpPr>
        <p:spPr>
          <a:xfrm>
            <a:off x="3340080" y="2910000"/>
            <a:ext cx="2868800" cy="20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3" name="Text 423"/>
          <p:cNvSpPr txBox="1"/>
          <p:nvPr/>
        </p:nvSpPr>
        <p:spPr>
          <a:xfrm>
            <a:off x="7477280" y="2660000"/>
            <a:ext cx="1700000" cy="1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91,280   91.3%</a:t>
            </a:r>
            <a:endParaRPr lang="en-US" sz="950"/>
          </a:p>
        </p:txBody>
      </p:sp>
      <p:sp>
        <p:nvSpPr>
          <p:cNvPr id="424" name="Text 424"/>
          <p:cNvSpPr txBox="1"/>
          <p:nvPr/>
        </p:nvSpPr>
        <p:spPr>
          <a:xfrm>
            <a:off x="6328880" y="2910000"/>
            <a:ext cx="1700000" cy="2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65,200   65.2%</a:t>
            </a:r>
            <a:endParaRPr lang="en-US" sz="950"/>
          </a:p>
        </p:txBody>
      </p:sp>
      <p:sp>
        <p:nvSpPr>
          <p:cNvPr id="425" name="Bar 425"/>
          <p:cNvSpPr/>
          <p:nvPr/>
        </p:nvSpPr>
        <p:spPr>
          <a:xfrm>
            <a:off x="10051920" y="2700000"/>
            <a:ext cx="1500000" cy="340000"/>
          </a:xfrm>
          <a:prstGeom prst="roundRect">
            <a:avLst>
              <a:gd name="adj" fmla="val 18000"/>
            </a:avLst>
          </a:prstGeom>
          <a:solidFill>
            <a:srgbClr val="241A52"/>
          </a:solidFill>
          <a:ln w="12700">
            <a:solidFill>
              <a:srgbClr val="F0568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6" name="Text 426"/>
          <p:cNvSpPr txBox="1"/>
          <p:nvPr/>
        </p:nvSpPr>
        <p:spPr>
          <a:xfrm>
            <a:off x="10051920" y="2700000"/>
            <a:ext cx="1500000" cy="340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-28.6%</a:t>
            </a:r>
            <a:endParaRPr lang="en-US" sz="11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7" name="Text 427"/>
          <p:cNvSpPr txBox="1"/>
          <p:nvPr/>
        </p:nvSpPr>
        <p:spPr>
          <a:xfrm>
            <a:off x="640080" y="332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Filed into the network</a:t>
            </a:r>
            <a:endParaRPr lang="en-US" sz="1200"/>
          </a:p>
        </p:txBody>
      </p:sp>
      <p:sp>
        <p:nvSpPr>
          <p:cNvPr id="428" name="Text 428"/>
          <p:cNvSpPr txBox="1"/>
          <p:nvPr/>
        </p:nvSpPr>
        <p:spPr>
          <a:xfrm>
            <a:off x="640080" y="3600000"/>
            <a:ext cx="25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Sent to the card network</a:t>
            </a:r>
            <a:endParaRPr lang="en-US" sz="950"/>
          </a:p>
        </p:txBody>
      </p:sp>
      <p:sp>
        <p:nvSpPr>
          <p:cNvPr id="429" name="Bar 429"/>
          <p:cNvSpPr/>
          <p:nvPr/>
        </p:nvSpPr>
        <p:spPr>
          <a:xfrm>
            <a:off x="3340080" y="3350000"/>
            <a:ext cx="2384800" cy="18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0" name="Bar 430"/>
          <p:cNvSpPr/>
          <p:nvPr/>
        </p:nvSpPr>
        <p:spPr>
          <a:xfrm>
            <a:off x="3340080" y="3600000"/>
            <a:ext cx="1425600" cy="20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1" name="Text 431"/>
          <p:cNvSpPr txBox="1"/>
          <p:nvPr/>
        </p:nvSpPr>
        <p:spPr>
          <a:xfrm>
            <a:off x="5844880" y="3350000"/>
            <a:ext cx="1700000" cy="1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54,248   54.2%</a:t>
            </a:r>
            <a:endParaRPr lang="en-US" sz="950"/>
          </a:p>
        </p:txBody>
      </p:sp>
      <p:sp>
        <p:nvSpPr>
          <p:cNvPr id="432" name="Text 432"/>
          <p:cNvSpPr txBox="1"/>
          <p:nvPr/>
        </p:nvSpPr>
        <p:spPr>
          <a:xfrm>
            <a:off x="4885680" y="3600000"/>
            <a:ext cx="1700000" cy="2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32,428   32.4%</a:t>
            </a:r>
            <a:endParaRPr lang="en-US" sz="950"/>
          </a:p>
        </p:txBody>
      </p:sp>
      <p:sp>
        <p:nvSpPr>
          <p:cNvPr id="433" name="Bar 433"/>
          <p:cNvSpPr/>
          <p:nvPr/>
        </p:nvSpPr>
        <p:spPr>
          <a:xfrm>
            <a:off x="10051920" y="3390000"/>
            <a:ext cx="1500000" cy="340000"/>
          </a:xfrm>
          <a:prstGeom prst="roundRect">
            <a:avLst>
              <a:gd name="adj" fmla="val 18000"/>
            </a:avLst>
          </a:prstGeom>
          <a:solidFill>
            <a:srgbClr val="241A52"/>
          </a:solidFill>
          <a:ln w="12700">
            <a:solidFill>
              <a:srgbClr val="F0568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4" name="Text 434"/>
          <p:cNvSpPr txBox="1"/>
          <p:nvPr/>
        </p:nvSpPr>
        <p:spPr>
          <a:xfrm>
            <a:off x="10051920" y="3390000"/>
            <a:ext cx="1500000" cy="340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50" b="1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-40.2%</a:t>
            </a:r>
            <a:endParaRPr lang="en-US" sz="115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5" name="Text 435"/>
          <p:cNvSpPr txBox="1"/>
          <p:nvPr/>
        </p:nvSpPr>
        <p:spPr>
          <a:xfrm>
            <a:off x="640080" y="401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Representment</a:t>
            </a:r>
            <a:endParaRPr lang="en-US" sz="1200"/>
          </a:p>
        </p:txBody>
      </p:sp>
      <p:sp>
        <p:nvSpPr>
          <p:cNvPr id="436" name="Text 436"/>
          <p:cNvSpPr txBox="1"/>
          <p:nvPr/>
        </p:nvSpPr>
        <p:spPr>
          <a:xfrm>
            <a:off x="640080" y="4290000"/>
            <a:ext cx="25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Merchant pushes back</a:t>
            </a:r>
            <a:endParaRPr lang="en-US" sz="950"/>
          </a:p>
        </p:txBody>
      </p:sp>
      <p:sp>
        <p:nvSpPr>
          <p:cNvPr id="437" name="Bar 437"/>
          <p:cNvSpPr/>
          <p:nvPr/>
        </p:nvSpPr>
        <p:spPr>
          <a:xfrm>
            <a:off x="3340080" y="4040000"/>
            <a:ext cx="932800" cy="18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8" name="Bar 438"/>
          <p:cNvSpPr/>
          <p:nvPr/>
        </p:nvSpPr>
        <p:spPr>
          <a:xfrm>
            <a:off x="3340080" y="4290000"/>
            <a:ext cx="356400" cy="20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9" name="Text 439"/>
          <p:cNvSpPr txBox="1"/>
          <p:nvPr/>
        </p:nvSpPr>
        <p:spPr>
          <a:xfrm>
            <a:off x="4392880" y="4040000"/>
            <a:ext cx="1700000" cy="1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21,155   21.2%</a:t>
            </a:r>
            <a:endParaRPr lang="en-US" sz="950"/>
          </a:p>
        </p:txBody>
      </p:sp>
      <p:sp>
        <p:nvSpPr>
          <p:cNvPr id="440" name="Text 440"/>
          <p:cNvSpPr txBox="1"/>
          <p:nvPr/>
        </p:nvSpPr>
        <p:spPr>
          <a:xfrm>
            <a:off x="3816480" y="4290000"/>
            <a:ext cx="1700000" cy="2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8,107   8.1%</a:t>
            </a:r>
            <a:endParaRPr lang="en-US" sz="950"/>
          </a:p>
        </p:txBody>
      </p:sp>
      <p:sp>
        <p:nvSpPr>
          <p:cNvPr id="441" name="Bar 441"/>
          <p:cNvSpPr/>
          <p:nvPr/>
        </p:nvSpPr>
        <p:spPr>
          <a:xfrm>
            <a:off x="10051920" y="4080000"/>
            <a:ext cx="1500000" cy="340000"/>
          </a:xfrm>
          <a:prstGeom prst="roundRect">
            <a:avLst>
              <a:gd name="adj" fmla="val 18000"/>
            </a:avLst>
          </a:prstGeom>
          <a:solidFill>
            <a:srgbClr val="241A52"/>
          </a:solidFill>
          <a:ln w="12700">
            <a:solidFill>
              <a:srgbClr val="F0568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2" name="Text 442"/>
          <p:cNvSpPr txBox="1"/>
          <p:nvPr/>
        </p:nvSpPr>
        <p:spPr>
          <a:xfrm>
            <a:off x="10051920" y="4080000"/>
            <a:ext cx="1500000" cy="340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50" b="1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-61.7%</a:t>
            </a:r>
            <a:endParaRPr lang="en-US" sz="115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3" name="Text 443"/>
          <p:cNvSpPr txBox="1"/>
          <p:nvPr/>
        </p:nvSpPr>
        <p:spPr>
          <a:xfrm>
            <a:off x="640080" y="470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Pre-arbitration</a:t>
            </a:r>
            <a:endParaRPr lang="en-US" sz="1200"/>
          </a:p>
        </p:txBody>
      </p:sp>
      <p:sp>
        <p:nvSpPr>
          <p:cNvPr id="444" name="Text 444"/>
          <p:cNvSpPr txBox="1"/>
          <p:nvPr/>
        </p:nvSpPr>
        <p:spPr>
          <a:xfrm>
            <a:off x="640080" y="4980000"/>
            <a:ext cx="25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Escalated further</a:t>
            </a:r>
            <a:endParaRPr lang="en-US" sz="950"/>
          </a:p>
        </p:txBody>
      </p:sp>
      <p:sp>
        <p:nvSpPr>
          <p:cNvPr id="445" name="Bar 445"/>
          <p:cNvSpPr/>
          <p:nvPr/>
        </p:nvSpPr>
        <p:spPr>
          <a:xfrm>
            <a:off x="3340080" y="4730000"/>
            <a:ext cx="299200" cy="18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6" name="Bar 446"/>
          <p:cNvSpPr/>
          <p:nvPr/>
        </p:nvSpPr>
        <p:spPr>
          <a:xfrm>
            <a:off x="3340080" y="4980000"/>
            <a:ext cx="83600" cy="20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7" name="Text 447"/>
          <p:cNvSpPr txBox="1"/>
          <p:nvPr/>
        </p:nvSpPr>
        <p:spPr>
          <a:xfrm>
            <a:off x="3759280" y="4730000"/>
            <a:ext cx="1700000" cy="1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6,770   6.8%</a:t>
            </a:r>
            <a:endParaRPr lang="en-US" sz="950"/>
          </a:p>
        </p:txBody>
      </p:sp>
      <p:sp>
        <p:nvSpPr>
          <p:cNvPr id="448" name="Text 448"/>
          <p:cNvSpPr txBox="1"/>
          <p:nvPr/>
        </p:nvSpPr>
        <p:spPr>
          <a:xfrm>
            <a:off x="3543680" y="4980000"/>
            <a:ext cx="1700000" cy="2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1,946   1.9%</a:t>
            </a:r>
            <a:endParaRPr lang="en-US" sz="950"/>
          </a:p>
        </p:txBody>
      </p:sp>
      <p:sp>
        <p:nvSpPr>
          <p:cNvPr id="449" name="Bar 449"/>
          <p:cNvSpPr/>
          <p:nvPr/>
        </p:nvSpPr>
        <p:spPr>
          <a:xfrm>
            <a:off x="10051920" y="4770000"/>
            <a:ext cx="1500000" cy="340000"/>
          </a:xfrm>
          <a:prstGeom prst="roundRect">
            <a:avLst>
              <a:gd name="adj" fmla="val 18000"/>
            </a:avLst>
          </a:prstGeom>
          <a:solidFill>
            <a:srgbClr val="241A52"/>
          </a:solidFill>
          <a:ln w="12700">
            <a:solidFill>
              <a:srgbClr val="F0568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0" name="Text 450"/>
          <p:cNvSpPr txBox="1"/>
          <p:nvPr/>
        </p:nvSpPr>
        <p:spPr>
          <a:xfrm>
            <a:off x="10051920" y="4770000"/>
            <a:ext cx="1500000" cy="340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50" b="1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-71.3%</a:t>
            </a:r>
            <a:endParaRPr lang="en-US" sz="115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1" name="Text 451"/>
          <p:cNvSpPr txBox="1"/>
          <p:nvPr/>
        </p:nvSpPr>
        <p:spPr>
          <a:xfrm>
            <a:off x="640080" y="539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Arbitration</a:t>
            </a:r>
            <a:endParaRPr lang="en-US" sz="1200"/>
          </a:p>
        </p:txBody>
      </p:sp>
      <p:sp>
        <p:nvSpPr>
          <p:cNvPr id="452" name="Text 452"/>
          <p:cNvSpPr txBox="1"/>
          <p:nvPr/>
        </p:nvSpPr>
        <p:spPr>
          <a:xfrm>
            <a:off x="640080" y="5670000"/>
            <a:ext cx="25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Decided by the network</a:t>
            </a:r>
            <a:endParaRPr lang="en-US" sz="950"/>
          </a:p>
        </p:txBody>
      </p:sp>
      <p:sp>
        <p:nvSpPr>
          <p:cNvPr id="453" name="Bar 453"/>
          <p:cNvSpPr/>
          <p:nvPr/>
        </p:nvSpPr>
        <p:spPr>
          <a:xfrm>
            <a:off x="3340080" y="5420000"/>
            <a:ext cx="92400" cy="18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4" name="Bar 454"/>
          <p:cNvSpPr/>
          <p:nvPr/>
        </p:nvSpPr>
        <p:spPr>
          <a:xfrm>
            <a:off x="3340080" y="5670000"/>
            <a:ext cx="60000" cy="20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5" name="Text 455"/>
          <p:cNvSpPr txBox="1"/>
          <p:nvPr/>
        </p:nvSpPr>
        <p:spPr>
          <a:xfrm>
            <a:off x="3552480" y="5420000"/>
            <a:ext cx="1700000" cy="1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0">
                <a:solidFill>
                  <a:srgbClr val="C9C2DA"/>
                </a:solidFill>
                <a:latin typeface="Cambria" pitchFamily="34" charset="0"/>
                <a:cs typeface="Cambria" pitchFamily="34" charset="-120"/>
              </a:rPr>
              <a:t>2,051   2.1%</a:t>
            </a:r>
            <a:endParaRPr lang="en-US" sz="950"/>
          </a:p>
        </p:txBody>
      </p:sp>
      <p:sp>
        <p:nvSpPr>
          <p:cNvPr id="456" name="Text 456"/>
          <p:cNvSpPr txBox="1"/>
          <p:nvPr/>
        </p:nvSpPr>
        <p:spPr>
          <a:xfrm>
            <a:off x="3520080" y="5670000"/>
            <a:ext cx="1700000" cy="2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570   0.6%</a:t>
            </a:r>
            <a:endParaRPr lang="en-US" sz="950"/>
          </a:p>
        </p:txBody>
      </p:sp>
      <p:sp>
        <p:nvSpPr>
          <p:cNvPr id="457" name="Bar 457"/>
          <p:cNvSpPr/>
          <p:nvPr/>
        </p:nvSpPr>
        <p:spPr>
          <a:xfrm>
            <a:off x="10051920" y="5460000"/>
            <a:ext cx="1500000" cy="340000"/>
          </a:xfrm>
          <a:prstGeom prst="roundRect">
            <a:avLst>
              <a:gd name="adj" fmla="val 18000"/>
            </a:avLst>
          </a:prstGeom>
          <a:solidFill>
            <a:srgbClr val="241A52"/>
          </a:solidFill>
          <a:ln w="12700">
            <a:solidFill>
              <a:srgbClr val="F0568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8" name="Text 458"/>
          <p:cNvSpPr txBox="1"/>
          <p:nvPr/>
        </p:nvSpPr>
        <p:spPr>
          <a:xfrm>
            <a:off x="10051920" y="5460000"/>
            <a:ext cx="1500000" cy="340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50" b="1">
                <a:solidFill>
                  <a:schemeClr val="accent4">
                    <a:lumMod val="40000"/>
                    <a:lumOff val="60000"/>
                  </a:schemeClr>
                </a:solidFill>
                <a:latin typeface="Cambria" pitchFamily="34" charset="0"/>
                <a:cs typeface="Cambria" pitchFamily="34" charset="-120"/>
              </a:rPr>
              <a:t>-72.2%</a:t>
            </a:r>
            <a:endParaRPr lang="en-US" sz="115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9" name="Text 459"/>
          <p:cNvSpPr txBox="1"/>
          <p:nvPr/>
        </p:nvSpPr>
        <p:spPr>
          <a:xfrm>
            <a:off x="752960" y="1016350"/>
            <a:ext cx="1091184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150" b="0" dirty="0">
                <a:solidFill>
                  <a:srgbClr val="ECE7F0"/>
                </a:solidFill>
                <a:latin typeface="Cambria" pitchFamily="34" charset="0"/>
                <a:cs typeface="Cambria" pitchFamily="34" charset="-120"/>
              </a:rPr>
              <a:t>Early deflection compounds: fewer disputes filed means far fewer representments, pre-arbitrations and arbitrations downstream.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97210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B1355"/>
            </a:gs>
            <a:gs pos="45000">
              <a:srgbClr val="150A33"/>
            </a:gs>
            <a:gs pos="100000">
              <a:srgbClr val="07031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80" y="1600200"/>
            <a:ext cx="1027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/>
          </a:p>
        </p:txBody>
      </p:sp>
      <p:sp>
        <p:nvSpPr>
          <p:cNvPr id="4" name="Shape 4"/>
          <p:cNvSpPr/>
          <p:nvPr/>
        </p:nvSpPr>
        <p:spPr>
          <a:xfrm>
            <a:off x="640080" y="2712720"/>
            <a:ext cx="1828800" cy="4572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40080" y="3017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 don't end on Day 1 —</a:t>
            </a:r>
            <a:endParaRPr lang="en-US" sz="24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neither should the intelligence behind them.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64008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remembers the case, so no one has to rebuild the truth twice.</a:t>
            </a:r>
            <a:endParaRPr lang="en-US" sz="1500" dirty="0"/>
          </a:p>
        </p:txBody>
      </p:sp>
      <p:sp>
        <p:nvSpPr>
          <p:cNvPr id="7" name="Shape 7"/>
          <p:cNvSpPr/>
          <p:nvPr/>
        </p:nvSpPr>
        <p:spPr>
          <a:xfrm>
            <a:off x="640080" y="5303520"/>
            <a:ext cx="10911840" cy="822960"/>
          </a:xfrm>
          <a:prstGeom prst="roundRect">
            <a:avLst>
              <a:gd name="adj" fmla="val 12000"/>
            </a:avLst>
          </a:prstGeom>
          <a:solidFill>
            <a:srgbClr val="2A1656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1097280" y="5303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every dispute decision explainable, auditable and alive.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640080" y="6294120"/>
            <a:ext cx="1091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· Persona Journey Across the Dispute Lifecycle · TCS National AI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_Black Blue 1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3.xml><?xml version="1.0" encoding="utf-8"?>
<a:theme xmlns:a="http://schemas.openxmlformats.org/drawingml/2006/main" name="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4.xml><?xml version="1.0" encoding="utf-8"?>
<a:theme xmlns:a="http://schemas.openxmlformats.org/drawingml/2006/main" name="Thank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257BB0FB-7740-43BC-9A4E-0DEBD1A492F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1117</Words>
  <Application>Microsoft Office PowerPoint</Application>
  <PresentationFormat>Widescreen</PresentationFormat>
  <Paragraphs>171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Arial</vt:lpstr>
      <vt:lpstr>Calibri</vt:lpstr>
      <vt:lpstr>Cambria</vt:lpstr>
      <vt:lpstr>Houschka Rounded Alt DemiBold</vt:lpstr>
      <vt:lpstr>Wingdings</vt:lpstr>
      <vt:lpstr>Office Theme</vt:lpstr>
      <vt:lpstr>Title Slide_Black Blue 1</vt:lpstr>
      <vt:lpstr>Content Slide_White_with color logo</vt:lpstr>
      <vt:lpstr>Thank Slide_Black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SWATI GANGURDE</cp:lastModifiedBy>
  <cp:revision>1</cp:revision>
  <dcterms:created xsi:type="dcterms:W3CDTF">2026-09-01T16:34:45Z</dcterms:created>
  <dcterms:modified xsi:type="dcterms:W3CDTF">2026-09-02T20:45:26Z</dcterms:modified>
</cp:coreProperties>
</file>