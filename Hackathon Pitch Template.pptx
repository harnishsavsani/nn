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5-DAY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SOLUTION NAME ]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One-line description of what the solution does — fill in once problem statement is assigned 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34747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34747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34747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34747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 Team Name / Number ]      Members: [ Name 1 · Name 2 · Name 3 ]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Template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domain-agnostic and problem-agnostic — built to flex on Day 1 once the real problem statement is revealed.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67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774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077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structure, swap only the problem, persona, and pain-point details.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19272" y="20574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02152" y="2267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3774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29077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6–8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02152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demo flow adapt to ANY tech stack — technical or non-technical.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20574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64224" y="2267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3774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29077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9–10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64224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and Responsible AI apply to every domain — just update numbers.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43416" y="20574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26296" y="2267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3774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6296" y="29077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11–13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226296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team, and close stay constant — reused as-is across problem statements.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443484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FF7EC"/>
          </a:solidFill>
          <a:ln w="12700">
            <a:solidFill>
              <a:srgbClr val="FF7A45"/>
            </a:solidFill>
            <a:prstDash val="dash"/>
          </a:ln>
        </p:spPr>
      </p:sp>
      <p:sp>
        <p:nvSpPr>
          <p:cNvPr id="27" name="Text 21"/>
          <p:cNvSpPr/>
          <p:nvPr/>
        </p:nvSpPr>
        <p:spPr>
          <a:xfrm>
            <a:off x="594360" y="4489704"/>
            <a:ext cx="1097280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4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Do NOT redesign the deck on Day 1. Spend your time on content, not layout.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A4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bracketed [ PLACEHOLDER ] text on each slide with real problem-statement content, keep every color, icon, and layout choice exactly as-is, and you'll have a finale-ready deck within a few hours of receiving the problem statement.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Problem Statement Headline 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3152" cy="22860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6035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Describe the business pain in 2-3 sentences: what breaks today, why it matters, and why it's urgent now. Keep this relatable — a plant manager or a customer should nod along, even if they're non-technical. 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1691640"/>
            <a:ext cx="4663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2668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 Pain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69480" y="233172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Persona 1 — e.g. Operator / Frontline User ]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Persona 2 — e.g. Manager / Decision Maker ]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Persona 3 — e.g. Support / Compliance Team ]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Persona 4 — e.g. End Customer ]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251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343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40080" y="5029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Stat: cost / delay / risk 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06240" y="4251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/>
          <p:nvPr/>
        </p:nvSpPr>
        <p:spPr>
          <a:xfrm>
            <a:off x="4206240" y="4343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4389120" y="5029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Stat: frequency / scale 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55280" y="4251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280" y="4343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8138160" y="5029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Stat: failure rate / gap 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 Window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Explain why this problem is solvable TODAY — new data availability, new technology, regulatory shift, or changed customer expectation.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55117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Trigger 1 ]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5204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 New sensor / data source now available 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9272" y="2194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02152" y="24231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55117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Trigger 2 ]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02152" y="35204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 AI/ML now accurate &amp; affordable enough ]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81344" y="2194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64224" y="24231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55117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Trigger 3 ]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64224" y="35204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 Regulatory or market shift creates urgency ]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43416" y="2194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26296" y="24231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55117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6296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Trigger 4 ]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226296" y="35204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 Customer expectation has changed ]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Solution Name ] in One 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4F7F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[ One powerful sentence: what it does, for whom, and the outcome it delivers — this is the line judges will remember. ] 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Reactive — acts only after failure/issue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Manual, slow, and inconsistent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Limited explainability / trust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315468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7947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Proactive — predicts/prevents before impact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Automated, fast, and consistent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Explainable, evidence-backed decisions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 generic flow that works whether the solution is AI/technical or process/non-technical — relabel each step to match your actual approach.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250545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/ Capture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3520440"/>
            <a:ext cx="14721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Input source: data, form, sensor, request ]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30552" y="2651760"/>
            <a:ext cx="201168" cy="182880"/>
          </a:xfrm>
          <a:prstGeom prst="chevron">
            <a:avLst/>
          </a:prstGeom>
          <a:solidFill>
            <a:srgbClr val="00C2A8"/>
          </a:solidFill>
          <a:ln/>
        </p:spPr>
      </p:sp>
      <p:sp>
        <p:nvSpPr>
          <p:cNvPr id="13" name="Shape 10"/>
          <p:cNvSpPr/>
          <p:nvPr/>
        </p:nvSpPr>
        <p:spPr>
          <a:xfrm>
            <a:off x="2286000" y="214884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EAF0FB"/>
          </a:solidFill>
          <a:ln/>
        </p:spPr>
      </p:sp>
      <p:sp>
        <p:nvSpPr>
          <p:cNvPr id="14" name="Shape 11"/>
          <p:cNvSpPr/>
          <p:nvPr/>
        </p:nvSpPr>
        <p:spPr>
          <a:xfrm>
            <a:off x="285750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16" y="250545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37744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395728" y="3520440"/>
            <a:ext cx="14721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Context: rules, history, domain knowledge ]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959352" y="2651760"/>
            <a:ext cx="201168" cy="182880"/>
          </a:xfrm>
          <a:prstGeom prst="chevron">
            <a:avLst/>
          </a:prstGeom>
          <a:solidFill>
            <a:srgbClr val="00C2A8"/>
          </a:solidFill>
          <a:ln/>
        </p:spPr>
      </p:sp>
      <p:sp>
        <p:nvSpPr>
          <p:cNvPr id="20" name="Shape 16"/>
          <p:cNvSpPr/>
          <p:nvPr/>
        </p:nvSpPr>
        <p:spPr>
          <a:xfrm>
            <a:off x="4114800" y="214884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21" name="Shape 17"/>
          <p:cNvSpPr/>
          <p:nvPr/>
        </p:nvSpPr>
        <p:spPr>
          <a:xfrm>
            <a:off x="468630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250545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20624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224528" y="3520440"/>
            <a:ext cx="14721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Core logic: AI model, workflow, or decision engine ]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788152" y="2651760"/>
            <a:ext cx="201168" cy="182880"/>
          </a:xfrm>
          <a:prstGeom prst="chevron">
            <a:avLst/>
          </a:prstGeom>
          <a:solidFill>
            <a:srgbClr val="00C2A8"/>
          </a:solidFill>
          <a:ln/>
        </p:spPr>
      </p:sp>
      <p:sp>
        <p:nvSpPr>
          <p:cNvPr id="27" name="Shape 22"/>
          <p:cNvSpPr/>
          <p:nvPr/>
        </p:nvSpPr>
        <p:spPr>
          <a:xfrm>
            <a:off x="5943600" y="214884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EAF0FB"/>
          </a:solidFill>
          <a:ln/>
        </p:spPr>
      </p:sp>
      <p:sp>
        <p:nvSpPr>
          <p:cNvPr id="28" name="Shape 23"/>
          <p:cNvSpPr/>
          <p:nvPr/>
        </p:nvSpPr>
        <p:spPr>
          <a:xfrm>
            <a:off x="651510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2505456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2376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03504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/ Explain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053328" y="3520440"/>
            <a:ext cx="14721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Output: recommendation, decision, or answer ]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616952" y="2651760"/>
            <a:ext cx="201168" cy="182880"/>
          </a:xfrm>
          <a:prstGeom prst="chevron">
            <a:avLst/>
          </a:prstGeom>
          <a:solidFill>
            <a:srgbClr val="00C2A8"/>
          </a:solidFill>
          <a:ln/>
        </p:spPr>
      </p:sp>
      <p:sp>
        <p:nvSpPr>
          <p:cNvPr id="34" name="Shape 28"/>
          <p:cNvSpPr/>
          <p:nvPr/>
        </p:nvSpPr>
        <p:spPr>
          <a:xfrm>
            <a:off x="7772400" y="214884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35" name="Shape 29"/>
          <p:cNvSpPr/>
          <p:nvPr/>
        </p:nvSpPr>
        <p:spPr>
          <a:xfrm>
            <a:off x="834390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16" y="2505456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05256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86384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7882128" y="3520440"/>
            <a:ext cx="14721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Action: ticket, alert, approval, task triggered ]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9445752" y="2651760"/>
            <a:ext cx="201168" cy="182880"/>
          </a:xfrm>
          <a:prstGeom prst="chevron">
            <a:avLst/>
          </a:prstGeom>
          <a:solidFill>
            <a:srgbClr val="00C2A8"/>
          </a:solidFill>
          <a:ln/>
        </p:spPr>
      </p:sp>
      <p:sp>
        <p:nvSpPr>
          <p:cNvPr id="41" name="Shape 34"/>
          <p:cNvSpPr/>
          <p:nvPr/>
        </p:nvSpPr>
        <p:spPr>
          <a:xfrm>
            <a:off x="9601200" y="214884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EAF0FB"/>
          </a:solidFill>
          <a:ln/>
        </p:spPr>
      </p:sp>
      <p:sp>
        <p:nvSpPr>
          <p:cNvPr id="42" name="Shape 35"/>
          <p:cNvSpPr/>
          <p:nvPr/>
        </p:nvSpPr>
        <p:spPr>
          <a:xfrm>
            <a:off x="1017270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0716" y="2505456"/>
            <a:ext cx="292608" cy="2926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88136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9692640" y="3063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9710928" y="3520440"/>
            <a:ext cx="14721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Feedback loop: improves over time ]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Us Different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4825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0136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Differentiator 1 ]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440" y="1801368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Why this matters vs. a normal solution ]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862072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30906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2186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971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Differentiator 2 ]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63440" y="29718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Why this matters vs. a normal solution ]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4032504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42611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389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1422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Differentiator 3 ]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663440" y="414223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Why this matters vs. a normal solution ]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57200" y="5202936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54315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5595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5312664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Differentiator 4 ]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663440" y="5312664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Why this matters vs. a normal solution ]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Storyline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Walk the jury through ONE realistic scenario, start to finish — this is more convincing than showing every feature.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4380" y="2514600"/>
            <a:ext cx="0" cy="338328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188720" y="2057400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5740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Scenario trigger — e.g. an incident occurs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411480" cy="4114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52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4380" y="3264408"/>
            <a:ext cx="0" cy="338328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88720" y="2807208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80720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System detects / receives input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411480" cy="4114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02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4380" y="4014216"/>
            <a:ext cx="0" cy="338328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188720" y="355701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AI or workflow processes and reasons 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52544"/>
            <a:ext cx="411480" cy="4114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52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380" y="4764024"/>
            <a:ext cx="0" cy="338328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88720" y="430682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430682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System recommends / explains outcome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102352"/>
            <a:ext cx="411480" cy="4114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102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88720" y="5056632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505663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Action is triggered automatically 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0" y="210312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00C2A8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286000"/>
            <a:ext cx="365760" cy="3657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27532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Safety Net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818120" y="2743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Have a recorded backup video ready 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Pre-load sample data before going live 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Assign one person to drive, one to narrate 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Test Wi-Fi / hardware 30 min prior ]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Quantifiable Business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Numbers speak louder than adjectives. Even a directional estimate with a clear assumption is more credible than a vague claim.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Reduction in cost / time / risk 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20116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XXx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56432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Improvement in speed / throughput 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20116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81344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XXK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18504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Estimated annual savings 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43416" y="20116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043416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180576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Improvement in accuracy / quality 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6052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30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/ Assumption Behind the Numbers (defend it in Q&amp;A)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" y="4572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Baseline input: e.g. current cost/time/volume 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Expected improvement: e.g. % reduction, source of assumption 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Resulting value: calculation shown transparently ]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GOVERNANCE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Responsible, Governed, Auditable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If your solution is not AI-based, relabel this slide as 'Trust, Compliance &amp; Governance' and adapt the points to process controls.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36829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decisions/outputs are explained to users 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9272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4F7FD"/>
          </a:solidFill>
          <a:ln/>
        </p:spPr>
      </p:sp>
      <p:sp>
        <p:nvSpPr>
          <p:cNvPr id="12" name="Shape 9"/>
          <p:cNvSpPr/>
          <p:nvPr/>
        </p:nvSpPr>
        <p:spPr>
          <a:xfrm>
            <a:off x="3502152" y="22402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36829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02152" y="32918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Where a human approves critical actions ]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81344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4F7FD"/>
          </a:solidFill>
          <a:ln/>
        </p:spPr>
      </p:sp>
      <p:sp>
        <p:nvSpPr>
          <p:cNvPr id="17" name="Shape 13"/>
          <p:cNvSpPr/>
          <p:nvPr/>
        </p:nvSpPr>
        <p:spPr>
          <a:xfrm>
            <a:off x="6364224" y="22402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682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64224" y="32918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sensitive data is protected ]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43416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4F7FD"/>
          </a:solidFill>
          <a:ln/>
        </p:spPr>
      </p:sp>
      <p:sp>
        <p:nvSpPr>
          <p:cNvPr id="22" name="Shape 17"/>
          <p:cNvSpPr/>
          <p:nvPr/>
        </p:nvSpPr>
        <p:spPr>
          <a:xfrm>
            <a:off x="9226296" y="22402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36829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6296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226296" y="32918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every decision is logged and traceable ]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MVP to Enterprise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97480" cy="502920"/>
          </a:xfrm>
          <a:prstGeom prst="roundRect">
            <a:avLst>
              <a:gd name="adj" fmla="val 45455"/>
            </a:avLst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Months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796796" y="2468880"/>
            <a:ext cx="18288" cy="3200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7889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Hardening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Validate MVP, tune with real data, fix rough edges 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1965960"/>
            <a:ext cx="2697480" cy="502920"/>
          </a:xfrm>
          <a:prstGeom prst="roundRect">
            <a:avLst>
              <a:gd name="adj" fmla="val 45455"/>
            </a:avLst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58868" y="2468880"/>
            <a:ext cx="18288" cy="3200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3319272" y="27889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Adoption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6432" y="35204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Extend to more use cases / sites / users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965960"/>
            <a:ext cx="2697480" cy="502920"/>
          </a:xfrm>
          <a:prstGeom prst="roundRect">
            <a:avLst>
              <a:gd name="adj" fmla="val 45455"/>
            </a:avLst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Months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20940" y="2468880"/>
            <a:ext cx="18288" cy="3200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1344" y="27889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18504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18504" y="35204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Integrate with core enterprise systems 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3416" y="1965960"/>
            <a:ext cx="2697480" cy="502920"/>
          </a:xfrm>
          <a:prstGeom prst="roundRect">
            <a:avLst>
              <a:gd name="adj" fmla="val 45455"/>
            </a:avLst>
          </a:prstGeom>
          <a:solidFill>
            <a:srgbClr val="00C2A8"/>
          </a:solidFill>
          <a:ln/>
        </p:spPr>
      </p:sp>
      <p:sp>
        <p:nvSpPr>
          <p:cNvPr id="24" name="Text 22"/>
          <p:cNvSpPr/>
          <p:nvPr/>
        </p:nvSpPr>
        <p:spPr>
          <a:xfrm>
            <a:off x="9043416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Months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383012" y="2468880"/>
            <a:ext cx="18288" cy="3200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6" name="Shape 24"/>
          <p:cNvSpPr/>
          <p:nvPr/>
        </p:nvSpPr>
        <p:spPr>
          <a:xfrm>
            <a:off x="9043416" y="27889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180576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Vision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80576" y="35204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Multi-domain platform, broader ecosystem value 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Builders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94460" y="2103120"/>
            <a:ext cx="1188720" cy="1188720"/>
          </a:xfrm>
          <a:prstGeom prst="ellipse">
            <a:avLst/>
          </a:prstGeom>
          <a:solidFill>
            <a:srgbClr val="F4F7FD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423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1 ]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794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— e.g. Tech Lead &amp; Architect 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29100" y="2103120"/>
            <a:ext cx="1188720" cy="1188720"/>
          </a:xfrm>
          <a:prstGeom prst="ellipse">
            <a:avLst/>
          </a:prstGeom>
          <a:solidFill>
            <a:srgbClr val="F4F7FD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24231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2 ]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20440" y="3794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— e.g. AI/Agent Developer ]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063740" y="2103120"/>
            <a:ext cx="1188720" cy="1188720"/>
          </a:xfrm>
          <a:prstGeom prst="ellipse">
            <a:avLst/>
          </a:prstGeom>
          <a:solidFill>
            <a:srgbClr val="F4F7FD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4231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3 ]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55080" y="3794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— e.g. Developer ]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898380" y="2103120"/>
            <a:ext cx="1188720" cy="1188720"/>
          </a:xfrm>
          <a:prstGeom prst="ellipse">
            <a:avLst/>
          </a:prstGeom>
          <a:solidFill>
            <a:srgbClr val="F4F7FD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242316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8972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4 ]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189720" y="3794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— e.g. Business/Storyline Owner ]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85800" y="4754880"/>
            <a:ext cx="10817352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22" name="Text 16"/>
          <p:cNvSpPr/>
          <p:nvPr/>
        </p:nvSpPr>
        <p:spPr>
          <a:xfrm>
            <a:off x="1005840" y="475488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[ One line about how the team came together / what makes this team uniquely capable of solving this problem ] ”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[ Memorable closing line — echo your one-line pitch from Slide 5 ] 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Name ]  ·  [ Member 1 ]  ·  [ Member 2 ]  ·  [ Member 3 ]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Global Hackathon  ·  Pitch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2890c3c-0c57-431c-b3b3-bcb876aaf9b9}" enabled="1" method="Standard" siteId="{404b1967-6507-45ab-8a6d-7374a3f478b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Global Hackathon Pitch Template</dc:title>
  <dc:subject>PptxGenJS Presentation</dc:subject>
  <dc:creator>SWATI GANGURDE</dc:creator>
  <lastModifiedBy>SWATI GANGURDE</lastModifiedBy>
  <revision>1</revision>
  <dcterms:created xsi:type="dcterms:W3CDTF">2026-08-20T06:10:24.3056606Z</dcterms:created>
  <dcterms:modified xsi:type="dcterms:W3CDTF">2026-08-20T06:10:24.3056606Z</dcterms:modified>
</coreProperties>
</file>