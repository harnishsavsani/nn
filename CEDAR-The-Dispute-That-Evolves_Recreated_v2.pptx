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2761488"/>
            <a:ext cx="6355080" cy="566928"/>
          </a:xfrm>
          <a:prstGeom prst="roundRect">
            <a:avLst/>
          </a:prstGeom>
          <a:solidFill>
            <a:srgbClr val="2D1958"/>
          </a:solidFill>
          <a:ln w="15240">
            <a:solidFill>
              <a:srgbClr val="875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FAAC6"/>
                </a:solidFill>
                <a:latin typeface="Aptos"/>
              </a:rPr>
              <a:t>AGENTIC AI-POWERED DISPUTE INVESTIGATION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456432"/>
            <a:ext cx="6400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BE6F2"/>
                </a:solidFill>
                <a:latin typeface="Aptos"/>
              </a:rPr>
              <a:t>Continuously reconstructing the dispute as evidence arrives, changes and conflicts.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