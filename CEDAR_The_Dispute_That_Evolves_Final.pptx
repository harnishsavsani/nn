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CEDAR: The Dispute That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97180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1E1240"/>
          </a:solidFill>
          <a:ln w="12700">
            <a:solidFill>
              <a:srgbClr val="6B4F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971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AI-POWERED INVESTIGATION PLATFORM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AI dispute platform built for operations teams who know that disputes don’t end on Day 1.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065008" y="475488"/>
            <a:ext cx="3529584" cy="5907024"/>
          </a:xfrm>
          <a:prstGeom prst="roundRect">
            <a:avLst>
              <a:gd name="adj" fmla="val 2073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extracted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502920"/>
            <a:ext cx="34747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886968"/>
            <a:ext cx="3986784" cy="5449824"/>
          </a:xfrm>
          <a:prstGeom prst="roundRect">
            <a:avLst>
              <a:gd name="adj" fmla="val 1835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" name="Image 0" descr="extracted/img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3931920" cy="5394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92040" y="5029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Disputes Don’t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Still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892040" y="1874520"/>
            <a:ext cx="6675120" cy="1417320"/>
          </a:xfrm>
          <a:prstGeom prst="roundRect">
            <a:avLst>
              <a:gd name="adj" fmla="val 5161"/>
            </a:avLst>
          </a:prstGeom>
          <a:ln w="15875">
            <a:solidFill>
              <a:srgbClr val="6B4F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92040" y="1874520"/>
            <a:ext cx="54864" cy="1417320"/>
          </a:xfrm>
          <a:prstGeom prst="rect">
            <a:avLst/>
          </a:prstGeom>
          <a:solidFill>
            <a:srgbClr val="6B4F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166360" y="20025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Arrives Late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23865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proof surfaces days or weeks after the initial claim is filed — long after your system has already locked in a decision.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3474720"/>
            <a:ext cx="6675120" cy="1417320"/>
          </a:xfrm>
          <a:prstGeom prst="roundRect">
            <a:avLst>
              <a:gd name="adj" fmla="val 5161"/>
            </a:avLst>
          </a:prstGeom>
          <a:ln w="15875">
            <a:solidFill>
              <a:srgbClr val="6B4F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3474720"/>
            <a:ext cx="54864" cy="1417320"/>
          </a:xfrm>
          <a:prstGeom prst="rect">
            <a:avLst/>
          </a:prstGeom>
          <a:solidFill>
            <a:srgbClr val="6B4FD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66360" y="36027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Freeze at Day 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39867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dispute platform captures a snapshot and stops. It has no way to update conclusions as facts evolve.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92040" y="5074920"/>
            <a:ext cx="6675120" cy="1417320"/>
          </a:xfrm>
          <a:prstGeom prst="roundRect">
            <a:avLst>
              <a:gd name="adj" fmla="val 5161"/>
            </a:avLst>
          </a:prstGeom>
          <a:ln w="15875">
            <a:solidFill>
              <a:srgbClr val="6B4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5074920"/>
            <a:ext cx="54864" cy="1417320"/>
          </a:xfrm>
          <a:prstGeom prst="rect">
            <a:avLst/>
          </a:prstGeom>
          <a:solidFill>
            <a:srgbClr val="6B4F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66360" y="52029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Decisions Stay Wrong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55869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proof contradicts old conclusions — but you have no way to know which decisions are now incorrect or how many are affected.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Banks Struggle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2648" y="2304288"/>
            <a:ext cx="4946904" cy="3163824"/>
          </a:xfrm>
          <a:prstGeom prst="roundRect">
            <a:avLst>
              <a:gd name="adj" fmla="val 2312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extracted/img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489204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FAILURE MODES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874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Scattered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585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merchant, bank, courier, and authentication data live in entirely separate systems. No one sees the full picture.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2461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Made Blind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6301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stitch fragments together — missing connections that a connected system would catch instantly.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4617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Truth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50017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facts change, there is no way to trace impact across prior decisions. Errors compound silently.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CEDAR Difference: A Living Dispute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static systems that freeze decisions, CEDAR maintains a continuously evolving view of every dispute.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C12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487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evidence, hypotheses, and decisions in a single, continuously updated state — not scattered across systems.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2860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C12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2487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Impact Tracing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new evidence arrives, CEDAR immediately traces which prior conclusions are affected — without manual effort.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2860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C12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2487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Reassess, Don’t Restart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affected conclusions from exactly where the new evidence enters. No need to rebuild the case from scratch.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CEDAR Works: The Operating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337560" y="2423160"/>
            <a:ext cx="2468880" cy="2468880"/>
          </a:xfrm>
          <a:prstGeom prst="ellipse">
            <a:avLst/>
          </a:prstGeom>
          <a:ln w="177800">
            <a:solidFill>
              <a:srgbClr val="6B4F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9240" y="2423160"/>
            <a:ext cx="2468880" cy="2468880"/>
          </a:xfrm>
          <a:prstGeom prst="ellipse">
            <a:avLst/>
          </a:prstGeom>
          <a:ln w="177800">
            <a:solidFill>
              <a:srgbClr val="9B7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93792" y="3273552"/>
            <a:ext cx="768096" cy="768096"/>
          </a:xfrm>
          <a:prstGeom prst="ellipse">
            <a:avLst/>
          </a:prstGeom>
          <a:solidFill>
            <a:srgbClr val="0C052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2423160"/>
            <a:ext cx="1371600" cy="0"/>
          </a:xfrm>
          <a:prstGeom prst="line">
            <a:avLst/>
          </a:prstGeom>
          <a:noFill/>
          <a:ln w="12700">
            <a:solidFill>
              <a:srgbClr val="5A4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21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Evidence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2423160"/>
            <a:ext cx="1371600" cy="0"/>
          </a:xfrm>
          <a:prstGeom prst="line">
            <a:avLst/>
          </a:prstGeom>
          <a:noFill/>
          <a:ln w="12700">
            <a:solidFill>
              <a:srgbClr val="5A4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221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 Context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0" y="4892040"/>
            <a:ext cx="1371600" cy="0"/>
          </a:xfrm>
          <a:prstGeom prst="line">
            <a:avLst/>
          </a:prstGeom>
          <a:noFill/>
          <a:ln w="12700">
            <a:solidFill>
              <a:srgbClr val="5A4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690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Impact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4892040"/>
            <a:ext cx="1371600" cy="0"/>
          </a:xfrm>
          <a:prstGeom prst="line">
            <a:avLst/>
          </a:prstGeom>
          <a:noFill/>
          <a:ln w="12700">
            <a:solidFill>
              <a:srgbClr val="5A4A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4690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Reasoning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piece of evidence travels the full loop — automatically, consistently, and with complete lineage at every step.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Late Evidence Changes Everything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47688" y="2304288"/>
            <a:ext cx="4901184" cy="3300984"/>
          </a:xfrm>
          <a:prstGeom prst="roundRect">
            <a:avLst>
              <a:gd name="adj" fmla="val 2216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extracted/img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331720"/>
            <a:ext cx="484632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1600200"/>
            <a:ext cx="0" cy="4206240"/>
          </a:xfrm>
          <a:prstGeom prst="line">
            <a:avLst/>
          </a:prstGeom>
          <a:noFill/>
          <a:ln w="19050">
            <a:solidFill>
              <a:srgbClr val="3D2E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952" y="1417320"/>
            <a:ext cx="402336" cy="402336"/>
          </a:xfrm>
          <a:prstGeom prst="ellipse">
            <a:avLst/>
          </a:prstGeom>
          <a:solidFill>
            <a:srgbClr val="6B4F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Claim Filed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76479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claims non-delivery. CEDAR sets initial hypothesis: 82% likely delivered. Decision logged with full reasoning.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52" y="2880360"/>
            <a:ext cx="402336" cy="402336"/>
          </a:xfrm>
          <a:prstGeom prst="ellipse">
            <a:avLst/>
          </a:prstGeom>
          <a:solidFill>
            <a:srgbClr val="6B4FD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58952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 — New Evidence Arrives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22783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data, delivery signature scan, and photo confirmation are ingested. CEDAR automatically re-evaluates.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8952" y="4343400"/>
            <a:ext cx="402336" cy="402336"/>
          </a:xfrm>
          <a:prstGeom prst="ellipse">
            <a:avLst/>
          </a:prstGeom>
          <a:solidFill>
            <a:srgbClr val="6B4F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8952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 — Hypothesis Shifts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69087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flips to 62% non-delivery. CEDAR surfaces what changed, why it changed, and what action to take next.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24928" y="475488"/>
            <a:ext cx="4215384" cy="5907024"/>
          </a:xfrm>
          <a:prstGeom prst="roundRect">
            <a:avLst>
              <a:gd name="adj" fmla="val 1735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extracted/img-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02920"/>
            <a:ext cx="4160520" cy="5852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ln w="19050">
            <a:solidFill>
              <a:srgbClr val="6B4F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34440" y="15453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AI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2938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persists across long-running investigations. CEDAR remembers everything — so your analysts don’t have to.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ln w="19050">
            <a:solidFill>
              <a:srgbClr val="6B4F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34440" y="27340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11810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the next action. Your team makes the final call. Authority and accountability stay where they belong.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ln w="19050">
            <a:solidFill>
              <a:srgbClr val="6B4F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4440" y="39227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Lineage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30682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traced, auditable, and explainable. Regulators and reviewers can follow every step with confidence.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5166360"/>
            <a:ext cx="384048" cy="384048"/>
          </a:xfrm>
          <a:prstGeom prst="ellipse">
            <a:avLst/>
          </a:prstGeom>
          <a:ln w="19050">
            <a:solidFill>
              <a:srgbClr val="6B4F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34440" y="51114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Execution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549554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authority levels, and idempotent actions are built into every step — so no action is taken twice by accident.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CEDAR Promise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54864" cy="1188720"/>
          </a:xfrm>
          <a:prstGeom prst="rect">
            <a:avLst/>
          </a:prstGeom>
          <a:solidFill>
            <a:srgbClr val="6B4F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057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living source of truth for disputes — where every new event can be understood, traced, challenged, and safely incorporated into your decision.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card disputes. Apply the same decision fabric to every transaction decision across your enterprise. CEDAR is not a point solution — it is the operating model for how disputes should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205740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5948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880360"/>
            <a:ext cx="4251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0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dispute state — always current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0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re-evaluation when facts change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0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every decision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0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 at every critical step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0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that scales beyond card disputes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886968"/>
            <a:ext cx="3986784" cy="5449824"/>
          </a:xfrm>
          <a:prstGeom prst="roundRect">
            <a:avLst>
              <a:gd name="adj" fmla="val 1835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" name="Image 0" descr="extracted/img-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3931920" cy="5394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92040" y="5029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Evolve Your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892040" y="16002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 yourself how CEDAR handles the cases your current system can’t.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892040" y="2377440"/>
            <a:ext cx="3200400" cy="0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2040" y="2450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Reconstruction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1272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CEDAR reconstruct a real dispute — with late evidence, shifting hypotheses, and full lineage — in minutes.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66760" y="2377440"/>
            <a:ext cx="3200400" cy="0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2450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Impact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1272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stateful AI reduces manual analyst work, improves decision accuracy, and closes audit gaps.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92040" y="4617720"/>
            <a:ext cx="6675120" cy="0"/>
          </a:xfrm>
          <a:prstGeom prst="line">
            <a:avLst/>
          </a:prstGeom>
          <a:noFill/>
          <a:ln w="19050">
            <a:solidFill>
              <a:srgbClr val="6B4F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4690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4983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Scale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53675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to expand from card disputes to enterprise-wide transaction decisions using the same platform.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2026-09-01T16:34:45Z</dcterms:created>
  <dcterms:modified xsi:type="dcterms:W3CDTF">2026-09-01T16:34:45Z</dcterms:modified>
</cp:coreProperties>
</file>